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327" r:id="rId2"/>
    <p:sldId id="323" r:id="rId3"/>
    <p:sldId id="267" r:id="rId4"/>
    <p:sldId id="289" r:id="rId5"/>
    <p:sldId id="271" r:id="rId6"/>
    <p:sldId id="304" r:id="rId7"/>
    <p:sldId id="273" r:id="rId8"/>
    <p:sldId id="298" r:id="rId9"/>
    <p:sldId id="307" r:id="rId10"/>
    <p:sldId id="326"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AFF"/>
    <a:srgbClr val="F6FBFF"/>
    <a:srgbClr val="A6CAED"/>
    <a:srgbClr val="4F95D9"/>
    <a:srgbClr val="163E64"/>
    <a:srgbClr val="DDEBF8"/>
    <a:srgbClr val="F2F2F2"/>
    <a:srgbClr val="0D5DDF"/>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B2FE44-1BCD-F648-BD0B-A242B2156A66}" v="5" dt="2026-06-16T09:01:51.0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36"/>
    <p:restoredTop sz="94698"/>
  </p:normalViewPr>
  <p:slideViewPr>
    <p:cSldViewPr snapToGrid="0">
      <p:cViewPr>
        <p:scale>
          <a:sx n="67" d="100"/>
          <a:sy n="67" d="100"/>
        </p:scale>
        <p:origin x="1064" y="1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 Helmke" userId="206455f3b88eb3a2" providerId="LiveId" clId="{C0B6E7E4-9922-5D53-B1AC-7DF53863221F}"/>
    <pc:docChg chg="custSel modSld modMainMaster">
      <pc:chgData name="Anna Helmke" userId="206455f3b88eb3a2" providerId="LiveId" clId="{C0B6E7E4-9922-5D53-B1AC-7DF53863221F}" dt="2026-06-16T09:03:27.744" v="22"/>
      <pc:docMkLst>
        <pc:docMk/>
      </pc:docMkLst>
      <pc:sldChg chg="modTransition">
        <pc:chgData name="Anna Helmke" userId="206455f3b88eb3a2" providerId="LiveId" clId="{C0B6E7E4-9922-5D53-B1AC-7DF53863221F}" dt="2026-06-16T09:03:13.328" v="16"/>
        <pc:sldMkLst>
          <pc:docMk/>
          <pc:sldMk cId="3393366068" sldId="271"/>
        </pc:sldMkLst>
      </pc:sldChg>
      <pc:sldChg chg="modTransition">
        <pc:chgData name="Anna Helmke" userId="206455f3b88eb3a2" providerId="LiveId" clId="{C0B6E7E4-9922-5D53-B1AC-7DF53863221F}" dt="2026-06-16T09:03:18.311" v="18"/>
        <pc:sldMkLst>
          <pc:docMk/>
          <pc:sldMk cId="2988515056" sldId="273"/>
        </pc:sldMkLst>
      </pc:sldChg>
      <pc:sldChg chg="modTransition">
        <pc:chgData name="Anna Helmke" userId="206455f3b88eb3a2" providerId="LiveId" clId="{C0B6E7E4-9922-5D53-B1AC-7DF53863221F}" dt="2026-06-16T09:03:27.744" v="22"/>
        <pc:sldMkLst>
          <pc:docMk/>
          <pc:sldMk cId="2134995500" sldId="275"/>
        </pc:sldMkLst>
      </pc:sldChg>
      <pc:sldChg chg="modTransition">
        <pc:chgData name="Anna Helmke" userId="206455f3b88eb3a2" providerId="LiveId" clId="{C0B6E7E4-9922-5D53-B1AC-7DF53863221F}" dt="2026-06-16T09:03:10.595" v="15"/>
        <pc:sldMkLst>
          <pc:docMk/>
          <pc:sldMk cId="2082928598" sldId="289"/>
        </pc:sldMkLst>
      </pc:sldChg>
      <pc:sldChg chg="modTransition">
        <pc:chgData name="Anna Helmke" userId="206455f3b88eb3a2" providerId="LiveId" clId="{C0B6E7E4-9922-5D53-B1AC-7DF53863221F}" dt="2026-06-16T09:03:20.424" v="19"/>
        <pc:sldMkLst>
          <pc:docMk/>
          <pc:sldMk cId="1707865642" sldId="298"/>
        </pc:sldMkLst>
      </pc:sldChg>
      <pc:sldChg chg="modTransition">
        <pc:chgData name="Anna Helmke" userId="206455f3b88eb3a2" providerId="LiveId" clId="{C0B6E7E4-9922-5D53-B1AC-7DF53863221F}" dt="2026-06-16T09:03:15.427" v="17"/>
        <pc:sldMkLst>
          <pc:docMk/>
          <pc:sldMk cId="800624385" sldId="304"/>
        </pc:sldMkLst>
      </pc:sldChg>
      <pc:sldChg chg="modTransition">
        <pc:chgData name="Anna Helmke" userId="206455f3b88eb3a2" providerId="LiveId" clId="{C0B6E7E4-9922-5D53-B1AC-7DF53863221F}" dt="2026-06-16T09:03:22.795" v="20"/>
        <pc:sldMkLst>
          <pc:docMk/>
          <pc:sldMk cId="340354113" sldId="307"/>
        </pc:sldMkLst>
      </pc:sldChg>
      <pc:sldChg chg="delSp modSp mod modTransition">
        <pc:chgData name="Anna Helmke" userId="206455f3b88eb3a2" providerId="LiveId" clId="{C0B6E7E4-9922-5D53-B1AC-7DF53863221F}" dt="2026-06-16T09:03:04.364" v="13"/>
        <pc:sldMkLst>
          <pc:docMk/>
          <pc:sldMk cId="880601582" sldId="323"/>
        </pc:sldMkLst>
        <pc:spChg chg="del mod">
          <ac:chgData name="Anna Helmke" userId="206455f3b88eb3a2" providerId="LiveId" clId="{C0B6E7E4-9922-5D53-B1AC-7DF53863221F}" dt="2026-06-16T09:02:25.751" v="12" actId="478"/>
          <ac:spMkLst>
            <pc:docMk/>
            <pc:sldMk cId="880601582" sldId="323"/>
            <ac:spMk id="4" creationId="{58889C1B-4EA8-A2DD-CDCE-CD26D343A7EB}"/>
          </ac:spMkLst>
        </pc:spChg>
      </pc:sldChg>
      <pc:sldChg chg="modTransition">
        <pc:chgData name="Anna Helmke" userId="206455f3b88eb3a2" providerId="LiveId" clId="{C0B6E7E4-9922-5D53-B1AC-7DF53863221F}" dt="2026-06-16T09:03:25.410" v="21"/>
        <pc:sldMkLst>
          <pc:docMk/>
          <pc:sldMk cId="1264931560" sldId="326"/>
        </pc:sldMkLst>
      </pc:sldChg>
      <pc:sldChg chg="addSp delSp modSp mod modTransition">
        <pc:chgData name="Anna Helmke" userId="206455f3b88eb3a2" providerId="LiveId" clId="{C0B6E7E4-9922-5D53-B1AC-7DF53863221F}" dt="2026-06-16T09:03:06.628" v="14"/>
        <pc:sldMkLst>
          <pc:docMk/>
          <pc:sldMk cId="1796281483" sldId="327"/>
        </pc:sldMkLst>
        <pc:spChg chg="add del mod">
          <ac:chgData name="Anna Helmke" userId="206455f3b88eb3a2" providerId="LiveId" clId="{C0B6E7E4-9922-5D53-B1AC-7DF53863221F}" dt="2026-06-16T09:00:16.420" v="1" actId="478"/>
          <ac:spMkLst>
            <pc:docMk/>
            <pc:sldMk cId="1796281483" sldId="327"/>
            <ac:spMk id="2" creationId="{4B6452CC-8532-DF72-2643-6872B085D266}"/>
          </ac:spMkLst>
        </pc:spChg>
        <pc:spChg chg="add del mod">
          <ac:chgData name="Anna Helmke" userId="206455f3b88eb3a2" providerId="LiveId" clId="{C0B6E7E4-9922-5D53-B1AC-7DF53863221F}" dt="2026-06-16T09:00:40.356" v="3" actId="478"/>
          <ac:spMkLst>
            <pc:docMk/>
            <pc:sldMk cId="1796281483" sldId="327"/>
            <ac:spMk id="3" creationId="{C4F38407-1E6A-ED44-FBF3-F5A8CA168D9C}"/>
          </ac:spMkLst>
        </pc:spChg>
      </pc:sldChg>
      <pc:sldMasterChg chg="modSldLayout">
        <pc:chgData name="Anna Helmke" userId="206455f3b88eb3a2" providerId="LiveId" clId="{C0B6E7E4-9922-5D53-B1AC-7DF53863221F}" dt="2026-06-16T09:01:58.968" v="10" actId="478"/>
        <pc:sldMasterMkLst>
          <pc:docMk/>
          <pc:sldMasterMk cId="3501908557" sldId="2147483648"/>
        </pc:sldMasterMkLst>
        <pc:sldLayoutChg chg="addSp modSp">
          <pc:chgData name="Anna Helmke" userId="206455f3b88eb3a2" providerId="LiveId" clId="{C0B6E7E4-9922-5D53-B1AC-7DF53863221F}" dt="2026-06-16T09:01:51.087" v="9"/>
          <pc:sldLayoutMkLst>
            <pc:docMk/>
            <pc:sldMasterMk cId="3501908557" sldId="2147483648"/>
            <pc:sldLayoutMk cId="711058528" sldId="2147483660"/>
          </pc:sldLayoutMkLst>
          <pc:spChg chg="add mod">
            <ac:chgData name="Anna Helmke" userId="206455f3b88eb3a2" providerId="LiveId" clId="{C0B6E7E4-9922-5D53-B1AC-7DF53863221F}" dt="2026-06-16T09:01:51.087" v="9"/>
            <ac:spMkLst>
              <pc:docMk/>
              <pc:sldMasterMk cId="3501908557" sldId="2147483648"/>
              <pc:sldLayoutMk cId="711058528" sldId="2147483660"/>
              <ac:spMk id="2" creationId="{5614898B-58D1-91AA-5C09-0BF1F3E2385B}"/>
            </ac:spMkLst>
          </pc:spChg>
        </pc:sldLayoutChg>
        <pc:sldLayoutChg chg="delSp mod">
          <pc:chgData name="Anna Helmke" userId="206455f3b88eb3a2" providerId="LiveId" clId="{C0B6E7E4-9922-5D53-B1AC-7DF53863221F}" dt="2026-06-16T09:01:58.968" v="10" actId="478"/>
          <pc:sldLayoutMkLst>
            <pc:docMk/>
            <pc:sldMasterMk cId="3501908557" sldId="2147483648"/>
            <pc:sldLayoutMk cId="1367580776" sldId="2147483670"/>
          </pc:sldLayoutMkLst>
          <pc:picChg chg="del">
            <ac:chgData name="Anna Helmke" userId="206455f3b88eb3a2" providerId="LiveId" clId="{C0B6E7E4-9922-5D53-B1AC-7DF53863221F}" dt="2026-06-16T09:01:58.968" v="10" actId="478"/>
            <ac:picMkLst>
              <pc:docMk/>
              <pc:sldMasterMk cId="3501908557" sldId="2147483648"/>
              <pc:sldLayoutMk cId="1367580776" sldId="2147483670"/>
              <ac:picMk id="12" creationId="{91C4E912-2988-221F-CC42-8F8E69C92BE2}"/>
            </ac:picMkLst>
          </pc:picChg>
        </pc:sldLayoutChg>
        <pc:sldLayoutChg chg="addSp modSp mod">
          <pc:chgData name="Anna Helmke" userId="206455f3b88eb3a2" providerId="LiveId" clId="{C0B6E7E4-9922-5D53-B1AC-7DF53863221F}" dt="2026-06-16T09:01:45.007" v="8" actId="2085"/>
          <pc:sldLayoutMkLst>
            <pc:docMk/>
            <pc:sldMasterMk cId="3501908557" sldId="2147483648"/>
            <pc:sldLayoutMk cId="502212350" sldId="2147483673"/>
          </pc:sldLayoutMkLst>
          <pc:spChg chg="add mod">
            <ac:chgData name="Anna Helmke" userId="206455f3b88eb3a2" providerId="LiveId" clId="{C0B6E7E4-9922-5D53-B1AC-7DF53863221F}" dt="2026-06-16T09:01:45.007" v="8" actId="2085"/>
            <ac:spMkLst>
              <pc:docMk/>
              <pc:sldMasterMk cId="3501908557" sldId="2147483648"/>
              <pc:sldLayoutMk cId="502212350" sldId="2147483673"/>
              <ac:spMk id="2" creationId="{FF3A080A-F28A-C092-7DE0-39B1E62C1550}"/>
            </ac:spMkLst>
          </pc:spChg>
          <pc:picChg chg="mod">
            <ac:chgData name="Anna Helmke" userId="206455f3b88eb3a2" providerId="LiveId" clId="{C0B6E7E4-9922-5D53-B1AC-7DF53863221F}" dt="2026-06-16T09:00:59.296" v="4" actId="1076"/>
            <ac:picMkLst>
              <pc:docMk/>
              <pc:sldMasterMk cId="3501908557" sldId="2147483648"/>
              <pc:sldLayoutMk cId="502212350" sldId="2147483673"/>
              <ac:picMk id="6" creationId="{045436DE-6E80-7615-3C3C-4A3A9CEF6203}"/>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8D1FFF-3B6F-A440-B2E7-D2C34C2609DB}" type="datetimeFigureOut">
              <a:rPr lang="en-US" smtClean="0"/>
              <a:t>6/16/26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7977E-D206-0644-9C2D-F055898E797E}" type="slidenum">
              <a:rPr lang="en-US" smtClean="0"/>
              <a:t>‹#›</a:t>
            </a:fld>
            <a:endParaRPr lang="en-US"/>
          </a:p>
        </p:txBody>
      </p:sp>
    </p:spTree>
    <p:extLst>
      <p:ext uri="{BB962C8B-B14F-4D97-AF65-F5344CB8AC3E}">
        <p14:creationId xmlns:p14="http://schemas.microsoft.com/office/powerpoint/2010/main" val="3338908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de-DE" b="1" dirty="0"/>
              <a:t>THIS SLIDE IS MANDATORY!</a:t>
            </a:r>
            <a:endParaRPr lang="en-US" b="1" dirty="0"/>
          </a:p>
        </p:txBody>
      </p:sp>
    </p:spTree>
    <p:extLst>
      <p:ext uri="{BB962C8B-B14F-4D97-AF65-F5344CB8AC3E}">
        <p14:creationId xmlns:p14="http://schemas.microsoft.com/office/powerpoint/2010/main" val="838490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DCD46-FF84-D880-B767-A16441608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A3B71-49A4-ACC5-19D6-75A2F7AA9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EC02F-4B08-D1B2-909E-4CC7A7579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BBA32E-D5B5-AE40-1CB1-461DB98EFE51}"/>
              </a:ext>
            </a:extLst>
          </p:cNvPr>
          <p:cNvSpPr>
            <a:spLocks noGrp="1"/>
          </p:cNvSpPr>
          <p:nvPr>
            <p:ph type="sldNum" sz="quarter" idx="5"/>
          </p:nvPr>
        </p:nvSpPr>
        <p:spPr/>
        <p:txBody>
          <a:bodyPr/>
          <a:lstStyle/>
          <a:p>
            <a:fld id="{C2C7977E-D206-0644-9C2D-F055898E797E}" type="slidenum">
              <a:rPr lang="en-US" smtClean="0"/>
              <a:t>4</a:t>
            </a:fld>
            <a:endParaRPr lang="en-US"/>
          </a:p>
        </p:txBody>
      </p:sp>
    </p:spTree>
    <p:extLst>
      <p:ext uri="{BB962C8B-B14F-4D97-AF65-F5344CB8AC3E}">
        <p14:creationId xmlns:p14="http://schemas.microsoft.com/office/powerpoint/2010/main" val="4123800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50797-E692-9132-7DD1-89230CBEE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52DD1-51E6-EFA5-9DF2-65A9B66CC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48F133-6347-76E2-80FF-FF26E6443B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A98EC9-886C-19FB-BB4F-0BF7803E3AC1}"/>
              </a:ext>
            </a:extLst>
          </p:cNvPr>
          <p:cNvSpPr>
            <a:spLocks noGrp="1"/>
          </p:cNvSpPr>
          <p:nvPr>
            <p:ph type="sldNum" sz="quarter" idx="5"/>
          </p:nvPr>
        </p:nvSpPr>
        <p:spPr/>
        <p:txBody>
          <a:bodyPr/>
          <a:lstStyle/>
          <a:p>
            <a:fld id="{C2C7977E-D206-0644-9C2D-F055898E797E}" type="slidenum">
              <a:rPr lang="en-US" smtClean="0"/>
              <a:t>8</a:t>
            </a:fld>
            <a:endParaRPr lang="en-US"/>
          </a:p>
        </p:txBody>
      </p:sp>
    </p:spTree>
    <p:extLst>
      <p:ext uri="{BB962C8B-B14F-4D97-AF65-F5344CB8AC3E}">
        <p14:creationId xmlns:p14="http://schemas.microsoft.com/office/powerpoint/2010/main" val="3342959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ACB59-3023-7C2B-2FA9-873097180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81AF6-A6B4-BAF4-F804-28338EC5D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9B2C6-AA83-47DC-FA68-59E9189775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6AC5F5-ABEB-4917-D48C-E152DDA468E2}"/>
              </a:ext>
            </a:extLst>
          </p:cNvPr>
          <p:cNvSpPr>
            <a:spLocks noGrp="1"/>
          </p:cNvSpPr>
          <p:nvPr>
            <p:ph type="sldNum" sz="quarter" idx="5"/>
          </p:nvPr>
        </p:nvSpPr>
        <p:spPr/>
        <p:txBody>
          <a:bodyPr/>
          <a:lstStyle/>
          <a:p>
            <a:fld id="{C2C7977E-D206-0644-9C2D-F055898E797E}" type="slidenum">
              <a:rPr lang="en-US" smtClean="0"/>
              <a:t>9</a:t>
            </a:fld>
            <a:endParaRPr lang="en-US"/>
          </a:p>
        </p:txBody>
      </p:sp>
    </p:spTree>
    <p:extLst>
      <p:ext uri="{BB962C8B-B14F-4D97-AF65-F5344CB8AC3E}">
        <p14:creationId xmlns:p14="http://schemas.microsoft.com/office/powerpoint/2010/main" val="8132378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reserve="1" userDrawn="1">
  <p:cSld name="Title_Slide_1">
    <p:spTree>
      <p:nvGrpSpPr>
        <p:cNvPr id="1" name="Shape 71"/>
        <p:cNvGrpSpPr/>
        <p:nvPr/>
      </p:nvGrpSpPr>
      <p:grpSpPr>
        <a:xfrm>
          <a:off x="0" y="0"/>
          <a:ext cx="0" cy="0"/>
          <a:chOff x="0" y="0"/>
          <a:chExt cx="0" cy="0"/>
        </a:xfrm>
      </p:grpSpPr>
      <p:pic>
        <p:nvPicPr>
          <p:cNvPr id="6" name="Picture 5">
            <a:extLst>
              <a:ext uri="{FF2B5EF4-FFF2-40B4-BE49-F238E27FC236}">
                <a16:creationId xmlns:a16="http://schemas.microsoft.com/office/drawing/2014/main" id="{045436DE-6E80-7615-3C3C-4A3A9CEF6203}"/>
              </a:ext>
            </a:extLst>
          </p:cNvPr>
          <p:cNvPicPr>
            <a:picLocks noChangeAspect="1"/>
          </p:cNvPicPr>
          <p:nvPr userDrawn="1"/>
        </p:nvPicPr>
        <p:blipFill>
          <a:blip r:embed="rId2"/>
          <a:stretch>
            <a:fillRect/>
          </a:stretch>
        </p:blipFill>
        <p:spPr>
          <a:xfrm>
            <a:off x="4039984" y="-981795"/>
            <a:ext cx="9550031" cy="9142859"/>
          </a:xfrm>
          <a:prstGeom prst="rect">
            <a:avLst/>
          </a:prstGeom>
        </p:spPr>
      </p:pic>
      <p:pic>
        <p:nvPicPr>
          <p:cNvPr id="5" name="Picture 4">
            <a:extLst>
              <a:ext uri="{FF2B5EF4-FFF2-40B4-BE49-F238E27FC236}">
                <a16:creationId xmlns:a16="http://schemas.microsoft.com/office/drawing/2014/main" id="{792DD94B-0C76-2431-63F5-379E56E51FA1}"/>
              </a:ext>
            </a:extLst>
          </p:cNvPr>
          <p:cNvPicPr>
            <a:picLocks noChangeAspect="1"/>
          </p:cNvPicPr>
          <p:nvPr userDrawn="1"/>
        </p:nvPicPr>
        <p:blipFill>
          <a:blip r:embed="rId3"/>
          <a:stretch>
            <a:fillRect/>
          </a:stretch>
        </p:blipFill>
        <p:spPr>
          <a:xfrm rot="10800000">
            <a:off x="-19050" y="-19050"/>
            <a:ext cx="1765983" cy="2916849"/>
          </a:xfrm>
          <a:prstGeom prst="rect">
            <a:avLst/>
          </a:prstGeom>
        </p:spPr>
      </p:pic>
      <p:pic>
        <p:nvPicPr>
          <p:cNvPr id="8" name="Picture 7">
            <a:extLst>
              <a:ext uri="{FF2B5EF4-FFF2-40B4-BE49-F238E27FC236}">
                <a16:creationId xmlns:a16="http://schemas.microsoft.com/office/drawing/2014/main" id="{A7B556CE-4A31-7E36-05BE-8DD0DA6BB781}"/>
              </a:ext>
            </a:extLst>
          </p:cNvPr>
          <p:cNvPicPr>
            <a:picLocks noChangeAspect="1"/>
          </p:cNvPicPr>
          <p:nvPr userDrawn="1"/>
        </p:nvPicPr>
        <p:blipFill>
          <a:blip r:embed="rId4"/>
          <a:stretch>
            <a:fillRect/>
          </a:stretch>
        </p:blipFill>
        <p:spPr>
          <a:xfrm>
            <a:off x="3535033" y="2916849"/>
            <a:ext cx="5279967" cy="1024302"/>
          </a:xfrm>
          <a:prstGeom prst="rect">
            <a:avLst/>
          </a:prstGeom>
        </p:spPr>
      </p:pic>
      <p:sp>
        <p:nvSpPr>
          <p:cNvPr id="2" name="Rectangle 1">
            <a:extLst>
              <a:ext uri="{FF2B5EF4-FFF2-40B4-BE49-F238E27FC236}">
                <a16:creationId xmlns:a16="http://schemas.microsoft.com/office/drawing/2014/main" id="{FF3A080A-F28A-C092-7DE0-39B1E62C1550}"/>
              </a:ext>
            </a:extLst>
          </p:cNvPr>
          <p:cNvSpPr/>
          <p:nvPr userDrawn="1"/>
        </p:nvSpPr>
        <p:spPr>
          <a:xfrm>
            <a:off x="11585542" y="6457361"/>
            <a:ext cx="518474" cy="320511"/>
          </a:xfrm>
          <a:prstGeom prst="rect">
            <a:avLst/>
          </a:prstGeom>
          <a:solidFill>
            <a:srgbClr val="F5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2212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_Slide_2">
    <p:spTree>
      <p:nvGrpSpPr>
        <p:cNvPr id="1" name="Shape 71"/>
        <p:cNvGrpSpPr/>
        <p:nvPr/>
      </p:nvGrpSpPr>
      <p:grpSpPr>
        <a:xfrm>
          <a:off x="0" y="0"/>
          <a:ext cx="0" cy="0"/>
          <a:chOff x="0" y="0"/>
          <a:chExt cx="0" cy="0"/>
        </a:xfrm>
      </p:grpSpPr>
      <p:pic>
        <p:nvPicPr>
          <p:cNvPr id="6" name="Picture 5">
            <a:extLst>
              <a:ext uri="{FF2B5EF4-FFF2-40B4-BE49-F238E27FC236}">
                <a16:creationId xmlns:a16="http://schemas.microsoft.com/office/drawing/2014/main" id="{045436DE-6E80-7615-3C3C-4A3A9CEF6203}"/>
              </a:ext>
            </a:extLst>
          </p:cNvPr>
          <p:cNvPicPr>
            <a:picLocks noChangeAspect="1"/>
          </p:cNvPicPr>
          <p:nvPr userDrawn="1"/>
        </p:nvPicPr>
        <p:blipFill>
          <a:blip r:embed="rId2"/>
          <a:stretch>
            <a:fillRect/>
          </a:stretch>
        </p:blipFill>
        <p:spPr>
          <a:xfrm>
            <a:off x="4039985" y="-991222"/>
            <a:ext cx="9550031" cy="9142859"/>
          </a:xfrm>
          <a:prstGeom prst="rect">
            <a:avLst/>
          </a:prstGeom>
        </p:spPr>
      </p:pic>
      <p:sp>
        <p:nvSpPr>
          <p:cNvPr id="11" name="Title 4">
            <a:extLst>
              <a:ext uri="{FF2B5EF4-FFF2-40B4-BE49-F238E27FC236}">
                <a16:creationId xmlns:a16="http://schemas.microsoft.com/office/drawing/2014/main" id="{F32F4B2D-93E1-FC02-8ACE-BEB798D2A3EA}"/>
              </a:ext>
            </a:extLst>
          </p:cNvPr>
          <p:cNvSpPr>
            <a:spLocks noGrp="1"/>
          </p:cNvSpPr>
          <p:nvPr>
            <p:ph type="title" hasCustomPrompt="1"/>
          </p:nvPr>
        </p:nvSpPr>
        <p:spPr>
          <a:xfrm>
            <a:off x="372690" y="2766218"/>
            <a:ext cx="10515600" cy="1325563"/>
          </a:xfrm>
        </p:spPr>
        <p:txBody>
          <a:bodyPr/>
          <a:lstStyle>
            <a:lvl1pPr>
              <a:defRPr sz="4500" b="1">
                <a:solidFill>
                  <a:schemeClr val="tx1"/>
                </a:solidFill>
              </a:defRPr>
            </a:lvl1pPr>
          </a:lstStyle>
          <a:p>
            <a:r>
              <a:rPr lang="en-US" dirty="0"/>
              <a:t>Header</a:t>
            </a:r>
          </a:p>
        </p:txBody>
      </p:sp>
      <p:pic>
        <p:nvPicPr>
          <p:cNvPr id="13" name="Picture 12">
            <a:extLst>
              <a:ext uri="{FF2B5EF4-FFF2-40B4-BE49-F238E27FC236}">
                <a16:creationId xmlns:a16="http://schemas.microsoft.com/office/drawing/2014/main" id="{1BEBDAEE-DF6C-1A40-7449-6211232D98D5}"/>
              </a:ext>
            </a:extLst>
          </p:cNvPr>
          <p:cNvPicPr>
            <a:picLocks noChangeAspect="1"/>
          </p:cNvPicPr>
          <p:nvPr userDrawn="1"/>
        </p:nvPicPr>
        <p:blipFill>
          <a:blip r:embed="rId3"/>
          <a:stretch>
            <a:fillRect/>
          </a:stretch>
        </p:blipFill>
        <p:spPr>
          <a:xfrm>
            <a:off x="472440" y="596850"/>
            <a:ext cx="5279967" cy="1024302"/>
          </a:xfrm>
          <a:prstGeom prst="rect">
            <a:avLst/>
          </a:prstGeom>
        </p:spPr>
      </p:pic>
      <p:sp>
        <p:nvSpPr>
          <p:cNvPr id="2" name="Rectangle 1">
            <a:extLst>
              <a:ext uri="{FF2B5EF4-FFF2-40B4-BE49-F238E27FC236}">
                <a16:creationId xmlns:a16="http://schemas.microsoft.com/office/drawing/2014/main" id="{5614898B-58D1-91AA-5C09-0BF1F3E2385B}"/>
              </a:ext>
            </a:extLst>
          </p:cNvPr>
          <p:cNvSpPr/>
          <p:nvPr userDrawn="1"/>
        </p:nvSpPr>
        <p:spPr>
          <a:xfrm>
            <a:off x="11585542" y="6457361"/>
            <a:ext cx="518474" cy="320511"/>
          </a:xfrm>
          <a:prstGeom prst="rect">
            <a:avLst/>
          </a:prstGeom>
          <a:solidFill>
            <a:srgbClr val="F5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105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reserve="1" userDrawn="1">
  <p:cSld name="Overview_Slide">
    <p:spTree>
      <p:nvGrpSpPr>
        <p:cNvPr id="1" name="Shape 71"/>
        <p:cNvGrpSpPr/>
        <p:nvPr/>
      </p:nvGrpSpPr>
      <p:grpSpPr>
        <a:xfrm>
          <a:off x="0" y="0"/>
          <a:ext cx="0" cy="0"/>
          <a:chOff x="0" y="0"/>
          <a:chExt cx="0" cy="0"/>
        </a:xfrm>
      </p:grpSpPr>
      <p:pic>
        <p:nvPicPr>
          <p:cNvPr id="6" name="Picture 5">
            <a:extLst>
              <a:ext uri="{FF2B5EF4-FFF2-40B4-BE49-F238E27FC236}">
                <a16:creationId xmlns:a16="http://schemas.microsoft.com/office/drawing/2014/main" id="{045436DE-6E80-7615-3C3C-4A3A9CEF6203}"/>
              </a:ext>
            </a:extLst>
          </p:cNvPr>
          <p:cNvPicPr>
            <a:picLocks noChangeAspect="1"/>
          </p:cNvPicPr>
          <p:nvPr userDrawn="1"/>
        </p:nvPicPr>
        <p:blipFill>
          <a:blip r:embed="rId2"/>
          <a:stretch>
            <a:fillRect/>
          </a:stretch>
        </p:blipFill>
        <p:spPr>
          <a:xfrm>
            <a:off x="4039985" y="-991222"/>
            <a:ext cx="9550031" cy="9142859"/>
          </a:xfrm>
          <a:prstGeom prst="rect">
            <a:avLst/>
          </a:prstGeom>
        </p:spPr>
      </p:pic>
      <p:sp>
        <p:nvSpPr>
          <p:cNvPr id="10" name="TextBox 9">
            <a:extLst>
              <a:ext uri="{FF2B5EF4-FFF2-40B4-BE49-F238E27FC236}">
                <a16:creationId xmlns:a16="http://schemas.microsoft.com/office/drawing/2014/main" id="{F5E3F22A-A2A0-9978-F276-5EBF31E02740}"/>
              </a:ext>
            </a:extLst>
          </p:cNvPr>
          <p:cNvSpPr txBox="1"/>
          <p:nvPr userDrawn="1"/>
        </p:nvSpPr>
        <p:spPr>
          <a:xfrm>
            <a:off x="418237" y="2739252"/>
            <a:ext cx="11435713" cy="1246495"/>
          </a:xfrm>
          <a:prstGeom prst="rect">
            <a:avLst/>
          </a:prstGeom>
          <a:noFill/>
        </p:spPr>
        <p:txBody>
          <a:bodyPr wrap="square">
            <a:spAutoFit/>
          </a:bodyPr>
          <a:lstStyle/>
          <a:p>
            <a:r>
              <a:rPr lang="en-US" sz="2500" b="1" dirty="0" err="1">
                <a:solidFill>
                  <a:schemeClr val="tx1"/>
                </a:solidFill>
              </a:rPr>
              <a:t>NeoNephos</a:t>
            </a:r>
            <a:r>
              <a:rPr lang="en-US" sz="2500" b="1" dirty="0">
                <a:solidFill>
                  <a:schemeClr val="tx1"/>
                </a:solidFill>
              </a:rPr>
              <a:t> is building a community-driven, </a:t>
            </a:r>
          </a:p>
          <a:p>
            <a:r>
              <a:rPr lang="en-US" sz="2500" b="1" dirty="0">
                <a:solidFill>
                  <a:schemeClr val="tx1"/>
                </a:solidFill>
              </a:rPr>
              <a:t>open cloud-native stack to strengthen European digital sovereignty</a:t>
            </a:r>
          </a:p>
          <a:p>
            <a:r>
              <a:rPr lang="en-US" sz="2500" b="1" dirty="0">
                <a:solidFill>
                  <a:schemeClr val="tx1"/>
                </a:solidFill>
              </a:rPr>
              <a:t>by connecting open source building blocks into interoperable platforms.</a:t>
            </a:r>
          </a:p>
        </p:txBody>
      </p:sp>
    </p:spTree>
    <p:extLst>
      <p:ext uri="{BB962C8B-B14F-4D97-AF65-F5344CB8AC3E}">
        <p14:creationId xmlns:p14="http://schemas.microsoft.com/office/powerpoint/2010/main" val="1367580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Layout_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7471781"/>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_Layout_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1FEDEA-C53E-237C-33A9-B0566BAF0D31}"/>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3" name="Text Placeholder 12">
            <a:extLst>
              <a:ext uri="{FF2B5EF4-FFF2-40B4-BE49-F238E27FC236}">
                <a16:creationId xmlns:a16="http://schemas.microsoft.com/office/drawing/2014/main" id="{50A5EA23-8703-E23F-EEEF-C0DFCAEDD952}"/>
              </a:ext>
            </a:extLst>
          </p:cNvPr>
          <p:cNvSpPr>
            <a:spLocks noGrp="1"/>
          </p:cNvSpPr>
          <p:nvPr>
            <p:ph type="body" sz="quarter" idx="13"/>
          </p:nvPr>
        </p:nvSpPr>
        <p:spPr>
          <a:xfrm>
            <a:off x="472440" y="2000250"/>
            <a:ext cx="8477921"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47005617"/>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de_Layout_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DA5FE76-B074-AC25-5DC3-6FDB69E6FFAC}"/>
              </a:ext>
            </a:extLst>
          </p:cNvPr>
          <p:cNvPicPr>
            <a:picLocks noChangeAspect="1"/>
          </p:cNvPicPr>
          <p:nvPr userDrawn="1"/>
        </p:nvPicPr>
        <p:blipFill>
          <a:blip r:embed="rId2"/>
          <a:stretch>
            <a:fillRect/>
          </a:stretch>
        </p:blipFill>
        <p:spPr>
          <a:xfrm>
            <a:off x="10587568" y="204257"/>
            <a:ext cx="1363133" cy="210613"/>
          </a:xfrm>
          <a:prstGeom prst="rect">
            <a:avLst/>
          </a:prstGeom>
        </p:spPr>
      </p:pic>
      <p:sp>
        <p:nvSpPr>
          <p:cNvPr id="10" name="Title 4">
            <a:extLst>
              <a:ext uri="{FF2B5EF4-FFF2-40B4-BE49-F238E27FC236}">
                <a16:creationId xmlns:a16="http://schemas.microsoft.com/office/drawing/2014/main" id="{43A44832-25A2-7EAC-F9D1-3DCCA88EAD65}"/>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1" name="Text Placeholder 12">
            <a:extLst>
              <a:ext uri="{FF2B5EF4-FFF2-40B4-BE49-F238E27FC236}">
                <a16:creationId xmlns:a16="http://schemas.microsoft.com/office/drawing/2014/main" id="{7A5B37CB-99A6-4864-8E03-C6C476C8FC63}"/>
              </a:ext>
            </a:extLst>
          </p:cNvPr>
          <p:cNvSpPr>
            <a:spLocks noGrp="1"/>
          </p:cNvSpPr>
          <p:nvPr>
            <p:ph type="body" sz="quarter" idx="13"/>
          </p:nvPr>
        </p:nvSpPr>
        <p:spPr>
          <a:xfrm>
            <a:off x="472441" y="2000250"/>
            <a:ext cx="4949414"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Online Image Placeholder 2">
            <a:extLst>
              <a:ext uri="{FF2B5EF4-FFF2-40B4-BE49-F238E27FC236}">
                <a16:creationId xmlns:a16="http://schemas.microsoft.com/office/drawing/2014/main" id="{F937125C-C78E-AD2D-5B30-8D28297C0578}"/>
              </a:ext>
            </a:extLst>
          </p:cNvPr>
          <p:cNvSpPr>
            <a:spLocks noGrp="1"/>
          </p:cNvSpPr>
          <p:nvPr>
            <p:ph type="clipArt" sz="quarter" idx="14"/>
          </p:nvPr>
        </p:nvSpPr>
        <p:spPr>
          <a:xfrm>
            <a:off x="5765800" y="1979613"/>
            <a:ext cx="6056313" cy="4119562"/>
          </a:xfrm>
        </p:spPr>
        <p:txBody>
          <a:bodyPr/>
          <a:lstStyle/>
          <a:p>
            <a:endParaRPr lang="en-US"/>
          </a:p>
        </p:txBody>
      </p:sp>
    </p:spTree>
    <p:extLst>
      <p:ext uri="{BB962C8B-B14F-4D97-AF65-F5344CB8AC3E}">
        <p14:creationId xmlns:p14="http://schemas.microsoft.com/office/powerpoint/2010/main" val="3840407236"/>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preserve="1" userDrawn="1">
  <p:cSld name="Antitrust Policy Notice">
    <p:spTree>
      <p:nvGrpSpPr>
        <p:cNvPr id="1" name="Shape 71"/>
        <p:cNvGrpSpPr/>
        <p:nvPr/>
      </p:nvGrpSpPr>
      <p:grpSpPr>
        <a:xfrm>
          <a:off x="0" y="0"/>
          <a:ext cx="0" cy="0"/>
          <a:chOff x="0" y="0"/>
          <a:chExt cx="0" cy="0"/>
        </a:xfrm>
      </p:grpSpPr>
      <p:sp>
        <p:nvSpPr>
          <p:cNvPr id="2" name="Title Placeholder 10">
            <a:extLst>
              <a:ext uri="{FF2B5EF4-FFF2-40B4-BE49-F238E27FC236}">
                <a16:creationId xmlns:a16="http://schemas.microsoft.com/office/drawing/2014/main" id="{EFFD25E4-85F5-21A8-508C-39721715B4F3}"/>
              </a:ext>
            </a:extLst>
          </p:cNvPr>
          <p:cNvSpPr>
            <a:spLocks noGrp="1"/>
          </p:cNvSpPr>
          <p:nvPr>
            <p:ph type="title"/>
          </p:nvPr>
        </p:nvSpPr>
        <p:spPr>
          <a:xfrm>
            <a:off x="838200" y="366185"/>
            <a:ext cx="10515600" cy="1325033"/>
          </a:xfrm>
          <a:prstGeom prst="rect">
            <a:avLst/>
          </a:prstGeom>
        </p:spPr>
        <p:txBody>
          <a:bodyPr vert="horz" lIns="91440" tIns="45720" rIns="91440" bIns="45720" rtlCol="0" anchor="ctr">
            <a:normAutofit/>
          </a:bodyPr>
          <a:lstStyle/>
          <a:p>
            <a:r>
              <a:rPr lang="de-DE" dirty="0">
                <a:latin typeface="Aptos (Body)"/>
              </a:rPr>
              <a:t>Antitrust Policy </a:t>
            </a:r>
            <a:r>
              <a:rPr lang="de-DE" dirty="0" err="1">
                <a:latin typeface="Aptos (Body)"/>
              </a:rPr>
              <a:t>Notice</a:t>
            </a:r>
            <a:endParaRPr lang="en-US" dirty="0">
              <a:latin typeface="Aptos (Body)"/>
            </a:endParaRPr>
          </a:p>
        </p:txBody>
      </p:sp>
      <p:sp>
        <p:nvSpPr>
          <p:cNvPr id="4" name="Text Placeholder 11">
            <a:extLst>
              <a:ext uri="{FF2B5EF4-FFF2-40B4-BE49-F238E27FC236}">
                <a16:creationId xmlns:a16="http://schemas.microsoft.com/office/drawing/2014/main" id="{A9F27D20-B363-4C64-CAA5-B595D7014FE3}"/>
              </a:ext>
            </a:extLst>
          </p:cNvPr>
          <p:cNvSpPr>
            <a:spLocks noGrp="1"/>
          </p:cNvSpPr>
          <p:nvPr>
            <p:ph idx="1" hasCustomPrompt="1"/>
          </p:nvPr>
        </p:nvSpPr>
        <p:spPr>
          <a:xfrm>
            <a:off x="838200" y="1826684"/>
            <a:ext cx="10515600" cy="4349749"/>
          </a:xfrm>
          <a:prstGeom prst="rect">
            <a:avLst/>
          </a:prstGeom>
        </p:spPr>
        <p:txBody>
          <a:bodyPr vert="horz" lIns="91440" tIns="45720" rIns="91440" bIns="45720" rtlCol="0">
            <a:normAutofit/>
          </a:bodyPr>
          <a:lstStyle>
            <a:lvl1pPr>
              <a:defRPr sz="2000"/>
            </a:lvl1pPr>
          </a:lstStyle>
          <a:p>
            <a:pPr marL="237061" lvl="0" indent="-237061">
              <a:lnSpc>
                <a:spcPct val="90000"/>
              </a:lnSpc>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lvl="0" indent="-101597">
              <a:lnSpc>
                <a:spcPct val="90000"/>
              </a:lnSpc>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lvl="0" indent="-237061">
              <a:lnSpc>
                <a:spcPct val="90000"/>
              </a:lnSpc>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Tree>
    <p:extLst>
      <p:ext uri="{BB962C8B-B14F-4D97-AF65-F5344CB8AC3E}">
        <p14:creationId xmlns:p14="http://schemas.microsoft.com/office/powerpoint/2010/main" val="317045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B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E5E68F-7363-B619-9AC9-2278C85727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BC0930-17C5-4459-B4C2-B7CE7D15EF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14">
            <a:extLst>
              <a:ext uri="{FF2B5EF4-FFF2-40B4-BE49-F238E27FC236}">
                <a16:creationId xmlns:a16="http://schemas.microsoft.com/office/drawing/2014/main" id="{CD2DE044-AC67-7A79-E25C-2A5B794BB26E}"/>
              </a:ext>
            </a:extLst>
          </p:cNvPr>
          <p:cNvSpPr txBox="1">
            <a:spLocks/>
          </p:cNvSpPr>
          <p:nvPr userDrawn="1"/>
        </p:nvSpPr>
        <p:spPr>
          <a:xfrm>
            <a:off x="9281410" y="6405114"/>
            <a:ext cx="2743200" cy="366183"/>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700545B-079F-47D2-8F5A-321B676D00E3}" type="slidenum">
              <a:rPr lang="en-US" smtClean="0"/>
              <a:pPr algn="r"/>
              <a:t>‹#›</a:t>
            </a:fld>
            <a:endParaRPr lang="en-US" dirty="0"/>
          </a:p>
        </p:txBody>
      </p:sp>
      <p:pic>
        <p:nvPicPr>
          <p:cNvPr id="6" name="Picture 5">
            <a:extLst>
              <a:ext uri="{FF2B5EF4-FFF2-40B4-BE49-F238E27FC236}">
                <a16:creationId xmlns:a16="http://schemas.microsoft.com/office/drawing/2014/main" id="{F03E2D11-CE84-B939-1371-D5FA438B754B}"/>
              </a:ext>
            </a:extLst>
          </p:cNvPr>
          <p:cNvPicPr>
            <a:picLocks noChangeAspect="1"/>
          </p:cNvPicPr>
          <p:nvPr userDrawn="1"/>
        </p:nvPicPr>
        <p:blipFill>
          <a:blip r:embed="rId9"/>
          <a:stretch>
            <a:fillRect/>
          </a:stretch>
        </p:blipFill>
        <p:spPr>
          <a:xfrm>
            <a:off x="5919032" y="6452934"/>
            <a:ext cx="353935" cy="303373"/>
          </a:xfrm>
          <a:prstGeom prst="rect">
            <a:avLst/>
          </a:prstGeom>
        </p:spPr>
      </p:pic>
    </p:spTree>
    <p:extLst>
      <p:ext uri="{BB962C8B-B14F-4D97-AF65-F5344CB8AC3E}">
        <p14:creationId xmlns:p14="http://schemas.microsoft.com/office/powerpoint/2010/main" val="3501908557"/>
      </p:ext>
    </p:extLst>
  </p:cSld>
  <p:clrMap bg1="lt1" tx1="dk1" bg2="lt2" tx2="dk2" accent1="accent1" accent2="accent2" accent3="accent3" accent4="accent4" accent5="accent5" accent6="accent6" hlink="hlink" folHlink="folHlink"/>
  <p:sldLayoutIdLst>
    <p:sldLayoutId id="2147483673" r:id="rId1"/>
    <p:sldLayoutId id="2147483660" r:id="rId2"/>
    <p:sldLayoutId id="2147483670" r:id="rId3"/>
    <p:sldLayoutId id="2147483649" r:id="rId4"/>
    <p:sldLayoutId id="2147483663" r:id="rId5"/>
    <p:sldLayoutId id="2147483650" r:id="rId6"/>
    <p:sldLayoutId id="2147483669" r:id="rId7"/>
  </p:sldLayoutIdLst>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7.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notesSlide" Target="../notesSlides/notesSlide2.xml"/><Relationship Id="rId16" Type="http://schemas.openxmlformats.org/officeDocument/2006/relationships/image" Target="../media/image19.png"/><Relationship Id="rId20"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6.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8.png"/><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24.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4" Type="http://schemas.openxmlformats.org/officeDocument/2006/relationships/image" Target="../media/image12.png"/><Relationship Id="rId9" Type="http://schemas.openxmlformats.org/officeDocument/2006/relationships/image" Target="../media/image29.png"/><Relationship Id="rId14" Type="http://schemas.openxmlformats.org/officeDocument/2006/relationships/image" Target="../media/image34.png"/></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image" Target="../media/image36.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4.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19" Type="http://schemas.openxmlformats.org/officeDocument/2006/relationships/image" Target="../media/image52.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6281483"/>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Placeholder 10">
            <a:extLst>
              <a:ext uri="{FF2B5EF4-FFF2-40B4-BE49-F238E27FC236}">
                <a16:creationId xmlns:a16="http://schemas.microsoft.com/office/drawing/2014/main" id="{12D4DBC8-5D37-795E-D124-E3E72F80C7F8}"/>
              </a:ext>
            </a:extLst>
          </p:cNvPr>
          <p:cNvSpPr>
            <a:spLocks noGrp="1"/>
          </p:cNvSpPr>
          <p:nvPr>
            <p:ph type="title"/>
          </p:nvPr>
        </p:nvSpPr>
        <p:spPr>
          <a:xfrm>
            <a:off x="838200" y="366185"/>
            <a:ext cx="10515600" cy="1325033"/>
          </a:xfrm>
          <a:prstGeom prst="rect">
            <a:avLst/>
          </a:prstGeom>
        </p:spPr>
        <p:txBody>
          <a:bodyPr vert="horz" lIns="121920" tIns="60960" rIns="121920" bIns="60960" rtlCol="0" anchor="ctr">
            <a:normAutofit/>
          </a:bodyPr>
          <a:lstStyle/>
          <a:p>
            <a:r>
              <a:rPr lang="de-DE" dirty="0">
                <a:solidFill>
                  <a:schemeClr val="tx1"/>
                </a:solidFill>
                <a:latin typeface="Aptos (Body)"/>
              </a:rPr>
              <a:t>Antitrust Policy Notice</a:t>
            </a:r>
            <a:endParaRPr lang="en-US" dirty="0">
              <a:solidFill>
                <a:schemeClr val="tx1"/>
              </a:solidFill>
              <a:latin typeface="Aptos (Body)"/>
            </a:endParaRPr>
          </a:p>
        </p:txBody>
      </p:sp>
      <p:sp>
        <p:nvSpPr>
          <p:cNvPr id="6" name="Text Placeholder 11">
            <a:extLst>
              <a:ext uri="{FF2B5EF4-FFF2-40B4-BE49-F238E27FC236}">
                <a16:creationId xmlns:a16="http://schemas.microsoft.com/office/drawing/2014/main" id="{F50BB901-D4AA-19A6-C756-1EA5F03397DA}"/>
              </a:ext>
            </a:extLst>
          </p:cNvPr>
          <p:cNvSpPr>
            <a:spLocks noGrp="1"/>
          </p:cNvSpPr>
          <p:nvPr>
            <p:ph idx="4294967295"/>
          </p:nvPr>
        </p:nvSpPr>
        <p:spPr>
          <a:xfrm>
            <a:off x="838200" y="1826684"/>
            <a:ext cx="10515600" cy="4349749"/>
          </a:xfrm>
          <a:prstGeom prst="rect">
            <a:avLst/>
          </a:prstGeom>
        </p:spPr>
        <p:txBody>
          <a:bodyPr vert="horz" lIns="121920" tIns="60960" rIns="121920" bIns="60960" rtlCol="0">
            <a:normAutofit fontScale="85000" lnSpcReduction="20000"/>
          </a:bodyPr>
          <a:lstStyle/>
          <a:p>
            <a:pPr marL="237061" indent="-237061">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indent="-101597">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indent="-237061">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Tree>
    <p:extLst>
      <p:ext uri="{BB962C8B-B14F-4D97-AF65-F5344CB8AC3E}">
        <p14:creationId xmlns:p14="http://schemas.microsoft.com/office/powerpoint/2010/main" val="880601582"/>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0899-0DE2-C673-2821-A9C12C61FC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AA7D6F-1EE1-45E1-81AA-D0BA96EA5D0A}"/>
              </a:ext>
            </a:extLst>
          </p:cNvPr>
          <p:cNvSpPr txBox="1"/>
          <p:nvPr/>
        </p:nvSpPr>
        <p:spPr>
          <a:xfrm>
            <a:off x="2494954" y="2437052"/>
            <a:ext cx="7202091" cy="1938992"/>
          </a:xfrm>
          <a:prstGeom prst="rect">
            <a:avLst/>
          </a:prstGeom>
          <a:noFill/>
        </p:spPr>
        <p:txBody>
          <a:bodyPr wrap="square" rtlCol="0">
            <a:spAutoFit/>
          </a:bodyPr>
          <a:lstStyle/>
          <a:p>
            <a:pPr algn="ctr"/>
            <a:r>
              <a:rPr lang="en-US" sz="4000" b="1" dirty="0"/>
              <a:t>Community-driven </a:t>
            </a:r>
            <a:endParaRPr lang="en-US" sz="4000" dirty="0"/>
          </a:p>
          <a:p>
            <a:pPr algn="ctr"/>
            <a:r>
              <a:rPr lang="en-US" sz="4000" b="1" dirty="0"/>
              <a:t>open cloud-native stack</a:t>
            </a:r>
            <a:endParaRPr lang="en-US" sz="4000" dirty="0"/>
          </a:p>
          <a:p>
            <a:pPr algn="ctr"/>
            <a:r>
              <a:rPr lang="en-US" sz="4000" b="1" dirty="0"/>
              <a:t> for European sovereignty.</a:t>
            </a:r>
            <a:endParaRPr lang="en-US" sz="4000" dirty="0"/>
          </a:p>
        </p:txBody>
      </p:sp>
      <p:pic>
        <p:nvPicPr>
          <p:cNvPr id="4" name="Picture 3" descr="A blue flag with yellow stars and a black eagle&#10;&#10;AI-generated content may be incorrect.">
            <a:extLst>
              <a:ext uri="{FF2B5EF4-FFF2-40B4-BE49-F238E27FC236}">
                <a16:creationId xmlns:a16="http://schemas.microsoft.com/office/drawing/2014/main" id="{DA716207-B538-8BA0-E13F-7CC7BEE05977}"/>
              </a:ext>
            </a:extLst>
          </p:cNvPr>
          <p:cNvPicPr>
            <a:picLocks noChangeAspect="1"/>
          </p:cNvPicPr>
          <p:nvPr/>
        </p:nvPicPr>
        <p:blipFill>
          <a:blip r:embed="rId2"/>
          <a:stretch>
            <a:fillRect/>
          </a:stretch>
        </p:blipFill>
        <p:spPr>
          <a:xfrm>
            <a:off x="5151307" y="5680586"/>
            <a:ext cx="1889385" cy="1064225"/>
          </a:xfrm>
          <a:prstGeom prst="rect">
            <a:avLst/>
          </a:prstGeom>
        </p:spPr>
      </p:pic>
      <p:pic>
        <p:nvPicPr>
          <p:cNvPr id="6" name="Picture 5">
            <a:extLst>
              <a:ext uri="{FF2B5EF4-FFF2-40B4-BE49-F238E27FC236}">
                <a16:creationId xmlns:a16="http://schemas.microsoft.com/office/drawing/2014/main" id="{460A038C-9584-E56F-BD03-DFEBAB5292E6}"/>
              </a:ext>
            </a:extLst>
          </p:cNvPr>
          <p:cNvPicPr>
            <a:picLocks noChangeAspect="1"/>
          </p:cNvPicPr>
          <p:nvPr/>
        </p:nvPicPr>
        <p:blipFill>
          <a:blip r:embed="rId3"/>
          <a:stretch>
            <a:fillRect/>
          </a:stretch>
        </p:blipFill>
        <p:spPr>
          <a:xfrm>
            <a:off x="4369968" y="363068"/>
            <a:ext cx="3452061" cy="669692"/>
          </a:xfrm>
          <a:prstGeom prst="rect">
            <a:avLst/>
          </a:prstGeom>
        </p:spPr>
      </p:pic>
    </p:spTree>
    <p:extLst>
      <p:ext uri="{BB962C8B-B14F-4D97-AF65-F5344CB8AC3E}">
        <p14:creationId xmlns:p14="http://schemas.microsoft.com/office/powerpoint/2010/main" val="3866021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66DFED-358A-1128-2D93-9EDB37D2FB3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20A83C2-6F67-6FB4-A366-98A77B1EE28F}"/>
              </a:ext>
            </a:extLst>
          </p:cNvPr>
          <p:cNvSpPr/>
          <p:nvPr/>
        </p:nvSpPr>
        <p:spPr>
          <a:xfrm>
            <a:off x="2772531" y="4672137"/>
            <a:ext cx="6642057" cy="84296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A0C09A4-3B6B-EDEC-29DA-103B78D4BED3}"/>
              </a:ext>
            </a:extLst>
          </p:cNvPr>
          <p:cNvSpPr/>
          <p:nvPr/>
        </p:nvSpPr>
        <p:spPr>
          <a:xfrm>
            <a:off x="4052995" y="3306114"/>
            <a:ext cx="4026134" cy="12338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E14CD04-8145-3E17-790D-6975A10D2E2C}"/>
              </a:ext>
            </a:extLst>
          </p:cNvPr>
          <p:cNvSpPr/>
          <p:nvPr/>
        </p:nvSpPr>
        <p:spPr>
          <a:xfrm>
            <a:off x="2552317" y="2548152"/>
            <a:ext cx="7026405" cy="65499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908AE3-D639-E690-4D9D-AEF56C8EC749}"/>
              </a:ext>
            </a:extLst>
          </p:cNvPr>
          <p:cNvSpPr/>
          <p:nvPr/>
        </p:nvSpPr>
        <p:spPr>
          <a:xfrm>
            <a:off x="524655" y="1428454"/>
            <a:ext cx="11437496" cy="842962"/>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2F93F3-5D54-3A8C-4946-FBF944F1D691}"/>
              </a:ext>
            </a:extLst>
          </p:cNvPr>
          <p:cNvSpPr/>
          <p:nvPr/>
        </p:nvSpPr>
        <p:spPr>
          <a:xfrm>
            <a:off x="524655" y="514054"/>
            <a:ext cx="11437495" cy="842962"/>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C7DEB26B-D682-B8B0-EFAE-280E0CE3C827}"/>
              </a:ext>
            </a:extLst>
          </p:cNvPr>
          <p:cNvPicPr>
            <a:picLocks noChangeAspect="1"/>
          </p:cNvPicPr>
          <p:nvPr/>
        </p:nvPicPr>
        <p:blipFill>
          <a:blip r:embed="rId3"/>
          <a:srcRect/>
          <a:stretch/>
        </p:blipFill>
        <p:spPr>
          <a:xfrm>
            <a:off x="3037290" y="4880991"/>
            <a:ext cx="2290304" cy="476715"/>
          </a:xfrm>
          <a:prstGeom prst="rect">
            <a:avLst/>
          </a:prstGeom>
        </p:spPr>
      </p:pic>
      <p:pic>
        <p:nvPicPr>
          <p:cNvPr id="19" name="Graphic 18">
            <a:extLst>
              <a:ext uri="{FF2B5EF4-FFF2-40B4-BE49-F238E27FC236}">
                <a16:creationId xmlns:a16="http://schemas.microsoft.com/office/drawing/2014/main" id="{ED5EA8E8-45AA-168B-CF66-97D5EFC448E3}"/>
              </a:ext>
            </a:extLst>
          </p:cNvPr>
          <p:cNvPicPr>
            <a:picLocks noChangeAspect="1"/>
          </p:cNvPicPr>
          <p:nvPr/>
        </p:nvPicPr>
        <p:blipFill>
          <a:blip r:embed="rId4"/>
          <a:srcRect/>
          <a:stretch/>
        </p:blipFill>
        <p:spPr>
          <a:xfrm>
            <a:off x="5232251" y="2708962"/>
            <a:ext cx="1727498" cy="337870"/>
          </a:xfrm>
          <a:prstGeom prst="rect">
            <a:avLst/>
          </a:prstGeom>
        </p:spPr>
      </p:pic>
      <p:sp>
        <p:nvSpPr>
          <p:cNvPr id="24" name="TextBox 23">
            <a:extLst>
              <a:ext uri="{FF2B5EF4-FFF2-40B4-BE49-F238E27FC236}">
                <a16:creationId xmlns:a16="http://schemas.microsoft.com/office/drawing/2014/main" id="{FFB67BAB-812E-D921-D672-8B51859CD7DB}"/>
              </a:ext>
            </a:extLst>
          </p:cNvPr>
          <p:cNvSpPr txBox="1"/>
          <p:nvPr/>
        </p:nvSpPr>
        <p:spPr>
          <a:xfrm>
            <a:off x="2681981" y="621636"/>
            <a:ext cx="2657475" cy="630942"/>
          </a:xfrm>
          <a:prstGeom prst="rect">
            <a:avLst/>
          </a:prstGeom>
          <a:noFill/>
        </p:spPr>
        <p:txBody>
          <a:bodyPr wrap="square">
            <a:spAutoFit/>
          </a:bodyPr>
          <a:lstStyle/>
          <a:p>
            <a:pPr>
              <a:buNone/>
            </a:pPr>
            <a:r>
              <a:rPr lang="en-US" sz="3500" b="1" dirty="0">
                <a:effectLst/>
                <a:latin typeface="Aptos" panose="020B0004020202020204" pitchFamily="34" charset="0"/>
              </a:rPr>
              <a:t>IPCEI-CIS</a:t>
            </a:r>
            <a:endParaRPr lang="en-US" sz="3500" dirty="0">
              <a:effectLst/>
              <a:latin typeface="Aptos" panose="020B0004020202020204" pitchFamily="34" charset="0"/>
            </a:endParaRPr>
          </a:p>
        </p:txBody>
      </p:sp>
      <p:sp>
        <p:nvSpPr>
          <p:cNvPr id="25" name="TextBox 24">
            <a:extLst>
              <a:ext uri="{FF2B5EF4-FFF2-40B4-BE49-F238E27FC236}">
                <a16:creationId xmlns:a16="http://schemas.microsoft.com/office/drawing/2014/main" id="{345669BA-F8F4-6ABF-8D1C-C0CF0B7D3060}"/>
              </a:ext>
            </a:extLst>
          </p:cNvPr>
          <p:cNvSpPr txBox="1"/>
          <p:nvPr/>
        </p:nvSpPr>
        <p:spPr>
          <a:xfrm>
            <a:off x="4949611" y="577350"/>
            <a:ext cx="3468273" cy="707886"/>
          </a:xfrm>
          <a:prstGeom prst="rect">
            <a:avLst/>
          </a:prstGeom>
          <a:noFill/>
        </p:spPr>
        <p:txBody>
          <a:bodyPr wrap="square">
            <a:spAutoFit/>
          </a:bodyPr>
          <a:lstStyle/>
          <a:p>
            <a:pPr>
              <a:buNone/>
            </a:pPr>
            <a:r>
              <a:rPr lang="en-US" sz="2000" dirty="0">
                <a:effectLst/>
                <a:latin typeface="Aptos" panose="020B0004020202020204" pitchFamily="34" charset="0"/>
              </a:rPr>
              <a:t>Important Projects of Common European Interest</a:t>
            </a:r>
          </a:p>
        </p:txBody>
      </p:sp>
      <p:sp>
        <p:nvSpPr>
          <p:cNvPr id="30" name="TextBox 29">
            <a:extLst>
              <a:ext uri="{FF2B5EF4-FFF2-40B4-BE49-F238E27FC236}">
                <a16:creationId xmlns:a16="http://schemas.microsoft.com/office/drawing/2014/main" id="{EC744F61-2B31-AB19-30F1-685397B90425}"/>
              </a:ext>
            </a:extLst>
          </p:cNvPr>
          <p:cNvSpPr txBox="1"/>
          <p:nvPr/>
        </p:nvSpPr>
        <p:spPr>
          <a:xfrm>
            <a:off x="5327024" y="4845293"/>
            <a:ext cx="4087565" cy="553998"/>
          </a:xfrm>
          <a:prstGeom prst="rect">
            <a:avLst/>
          </a:prstGeom>
          <a:noFill/>
        </p:spPr>
        <p:txBody>
          <a:bodyPr wrap="square">
            <a:spAutoFit/>
          </a:bodyPr>
          <a:lstStyle/>
          <a:p>
            <a:pPr>
              <a:buNone/>
            </a:pPr>
            <a:r>
              <a:rPr lang="en-US" sz="3000" dirty="0">
                <a:effectLst/>
                <a:latin typeface="Aptos" panose="020B0004020202020204" pitchFamily="34" charset="0"/>
              </a:rPr>
              <a:t>Reference Architecture</a:t>
            </a:r>
          </a:p>
        </p:txBody>
      </p:sp>
      <p:sp>
        <p:nvSpPr>
          <p:cNvPr id="57" name="Triangle 56">
            <a:extLst>
              <a:ext uri="{FF2B5EF4-FFF2-40B4-BE49-F238E27FC236}">
                <a16:creationId xmlns:a16="http://schemas.microsoft.com/office/drawing/2014/main" id="{651EF970-EB00-4593-3D48-B2F21CECD53D}"/>
              </a:ext>
            </a:extLst>
          </p:cNvPr>
          <p:cNvSpPr/>
          <p:nvPr/>
        </p:nvSpPr>
        <p:spPr>
          <a:xfrm>
            <a:off x="5339456" y="5377168"/>
            <a:ext cx="1509356" cy="249698"/>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riangle 57">
            <a:extLst>
              <a:ext uri="{FF2B5EF4-FFF2-40B4-BE49-F238E27FC236}">
                <a16:creationId xmlns:a16="http://schemas.microsoft.com/office/drawing/2014/main" id="{731F1941-1A16-97A8-E58E-F384BBF693ED}"/>
              </a:ext>
            </a:extLst>
          </p:cNvPr>
          <p:cNvSpPr/>
          <p:nvPr/>
        </p:nvSpPr>
        <p:spPr>
          <a:xfrm>
            <a:off x="5333713" y="4492625"/>
            <a:ext cx="1509356" cy="249698"/>
          </a:xfrm>
          <a:prstGeom prs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Picture 60" descr="A blue flag with yellow stars and a black eagle&#10;&#10;AI-generated content may be incorrect.">
            <a:extLst>
              <a:ext uri="{FF2B5EF4-FFF2-40B4-BE49-F238E27FC236}">
                <a16:creationId xmlns:a16="http://schemas.microsoft.com/office/drawing/2014/main" id="{F49B874B-3875-4AEA-82EC-192629541DCD}"/>
              </a:ext>
            </a:extLst>
          </p:cNvPr>
          <p:cNvPicPr>
            <a:picLocks noChangeAspect="1"/>
          </p:cNvPicPr>
          <p:nvPr/>
        </p:nvPicPr>
        <p:blipFill>
          <a:blip r:embed="rId5"/>
          <a:stretch>
            <a:fillRect/>
          </a:stretch>
        </p:blipFill>
        <p:spPr>
          <a:xfrm>
            <a:off x="8307464" y="653215"/>
            <a:ext cx="987378" cy="556156"/>
          </a:xfrm>
          <a:prstGeom prst="rect">
            <a:avLst/>
          </a:prstGeom>
        </p:spPr>
      </p:pic>
      <p:sp>
        <p:nvSpPr>
          <p:cNvPr id="62" name="TextBox 61">
            <a:extLst>
              <a:ext uri="{FF2B5EF4-FFF2-40B4-BE49-F238E27FC236}">
                <a16:creationId xmlns:a16="http://schemas.microsoft.com/office/drawing/2014/main" id="{340905C1-8834-86D8-0BCD-F0E868C9D906}"/>
              </a:ext>
            </a:extLst>
          </p:cNvPr>
          <p:cNvSpPr txBox="1"/>
          <p:nvPr/>
        </p:nvSpPr>
        <p:spPr>
          <a:xfrm>
            <a:off x="4949611" y="1502032"/>
            <a:ext cx="5444582" cy="707886"/>
          </a:xfrm>
          <a:prstGeom prst="rect">
            <a:avLst/>
          </a:prstGeom>
          <a:noFill/>
        </p:spPr>
        <p:txBody>
          <a:bodyPr wrap="square">
            <a:spAutoFit/>
          </a:bodyPr>
          <a:lstStyle/>
          <a:p>
            <a:r>
              <a:rPr lang="en-US" sz="2000" dirty="0"/>
              <a:t>Initiative for Europe’s Next Generation </a:t>
            </a:r>
          </a:p>
          <a:p>
            <a:r>
              <a:rPr lang="en-US" sz="2000" dirty="0"/>
              <a:t>Cloud Infrastructure and Services</a:t>
            </a:r>
          </a:p>
        </p:txBody>
      </p:sp>
      <p:sp>
        <p:nvSpPr>
          <p:cNvPr id="63" name="Triangle 62">
            <a:extLst>
              <a:ext uri="{FF2B5EF4-FFF2-40B4-BE49-F238E27FC236}">
                <a16:creationId xmlns:a16="http://schemas.microsoft.com/office/drawing/2014/main" id="{507C2975-8C3C-0FB7-F556-B531AF03E7F7}"/>
              </a:ext>
            </a:extLst>
          </p:cNvPr>
          <p:cNvSpPr/>
          <p:nvPr/>
        </p:nvSpPr>
        <p:spPr>
          <a:xfrm rot="10800000">
            <a:off x="5341322" y="1283652"/>
            <a:ext cx="1509356" cy="249698"/>
          </a:xfrm>
          <a:prstGeom prst="triangl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rapezoid 66">
            <a:extLst>
              <a:ext uri="{FF2B5EF4-FFF2-40B4-BE49-F238E27FC236}">
                <a16:creationId xmlns:a16="http://schemas.microsoft.com/office/drawing/2014/main" id="{C2ABA8E1-1A9F-84DE-8B87-9D72538F9FB3}"/>
              </a:ext>
            </a:extLst>
          </p:cNvPr>
          <p:cNvSpPr/>
          <p:nvPr/>
        </p:nvSpPr>
        <p:spPr>
          <a:xfrm rot="10800000">
            <a:off x="3691669" y="3136568"/>
            <a:ext cx="4726214" cy="183847"/>
          </a:xfrm>
          <a:prstGeom prst="trapezoid">
            <a:avLst>
              <a:gd name="adj" fmla="val 206265"/>
            </a:avLst>
          </a:prstGeom>
          <a:gradFill flip="none" rotWithShape="1">
            <a:gsLst>
              <a:gs pos="10000">
                <a:srgbClr val="DDEBF8"/>
              </a:gs>
              <a:gs pos="100000">
                <a:srgbClr val="F2F2F2"/>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8" name="Picture 67">
            <a:extLst>
              <a:ext uri="{FF2B5EF4-FFF2-40B4-BE49-F238E27FC236}">
                <a16:creationId xmlns:a16="http://schemas.microsoft.com/office/drawing/2014/main" id="{BC276B30-3FA8-A118-844B-110FA08693E8}"/>
              </a:ext>
            </a:extLst>
          </p:cNvPr>
          <p:cNvPicPr>
            <a:picLocks noChangeAspect="1"/>
          </p:cNvPicPr>
          <p:nvPr/>
        </p:nvPicPr>
        <p:blipFill>
          <a:blip r:embed="rId6">
            <a:clrChange>
              <a:clrFrom>
                <a:srgbClr val="FFFFFF"/>
              </a:clrFrom>
              <a:clrTo>
                <a:srgbClr val="FFFFFF">
                  <a:alpha val="0"/>
                </a:srgbClr>
              </a:clrTo>
            </a:clrChange>
          </a:blip>
          <a:srcRect/>
          <a:stretch/>
        </p:blipFill>
        <p:spPr>
          <a:xfrm>
            <a:off x="2577417" y="1369851"/>
            <a:ext cx="2356285" cy="970004"/>
          </a:xfrm>
          <a:prstGeom prst="rect">
            <a:avLst/>
          </a:prstGeom>
        </p:spPr>
      </p:pic>
      <p:sp>
        <p:nvSpPr>
          <p:cNvPr id="4" name="TextBox 3">
            <a:extLst>
              <a:ext uri="{FF2B5EF4-FFF2-40B4-BE49-F238E27FC236}">
                <a16:creationId xmlns:a16="http://schemas.microsoft.com/office/drawing/2014/main" id="{DE1D78F9-5E25-016C-07CC-70352BDE2067}"/>
              </a:ext>
            </a:extLst>
          </p:cNvPr>
          <p:cNvSpPr txBox="1"/>
          <p:nvPr/>
        </p:nvSpPr>
        <p:spPr>
          <a:xfrm rot="16200000">
            <a:off x="-1076606" y="3480380"/>
            <a:ext cx="2740898" cy="430887"/>
          </a:xfrm>
          <a:prstGeom prst="rect">
            <a:avLst/>
          </a:prstGeom>
          <a:noFill/>
        </p:spPr>
        <p:txBody>
          <a:bodyPr wrap="square">
            <a:spAutoFit/>
          </a:bodyPr>
          <a:lstStyle/>
          <a:p>
            <a:pPr algn="r">
              <a:buNone/>
            </a:pPr>
            <a:r>
              <a:rPr lang="en-US" sz="2200" b="1" dirty="0">
                <a:gradFill>
                  <a:gsLst>
                    <a:gs pos="0">
                      <a:srgbClr val="0D5DDF"/>
                    </a:gs>
                    <a:gs pos="100000">
                      <a:schemeClr val="tx1">
                        <a:lumMod val="95000"/>
                        <a:lumOff val="5000"/>
                      </a:schemeClr>
                    </a:gs>
                  </a:gsLst>
                  <a:lin ang="5400000" scaled="1"/>
                </a:gradFill>
                <a:effectLst/>
                <a:latin typeface="Aptos" panose="020B0004020202020204" pitchFamily="34" charset="0"/>
              </a:rPr>
              <a:t>OSS </a:t>
            </a:r>
            <a:r>
              <a:rPr lang="en-US" sz="2200" b="1" dirty="0">
                <a:gradFill>
                  <a:gsLst>
                    <a:gs pos="0">
                      <a:srgbClr val="0D5DDF"/>
                    </a:gs>
                    <a:gs pos="100000">
                      <a:schemeClr val="tx1">
                        <a:lumMod val="95000"/>
                        <a:lumOff val="5000"/>
                      </a:schemeClr>
                    </a:gs>
                  </a:gsLst>
                  <a:lin ang="3600000" scaled="0"/>
                </a:gradFill>
                <a:effectLst/>
                <a:latin typeface="Aptos" panose="020B0004020202020204" pitchFamily="34" charset="0"/>
              </a:rPr>
              <a:t>Foundation</a:t>
            </a:r>
            <a:endParaRPr lang="en-US" sz="2200" dirty="0">
              <a:gradFill>
                <a:gsLst>
                  <a:gs pos="0">
                    <a:srgbClr val="0D5DDF"/>
                  </a:gs>
                  <a:gs pos="100000">
                    <a:schemeClr val="tx1">
                      <a:lumMod val="95000"/>
                      <a:lumOff val="5000"/>
                    </a:schemeClr>
                  </a:gs>
                </a:gsLst>
                <a:lin ang="3600000" scaled="0"/>
              </a:gradFill>
              <a:effectLst/>
              <a:latin typeface="Aptos" panose="020B0004020202020204" pitchFamily="34" charset="0"/>
            </a:endParaRPr>
          </a:p>
        </p:txBody>
      </p:sp>
      <p:sp>
        <p:nvSpPr>
          <p:cNvPr id="27" name="TextBox 26">
            <a:extLst>
              <a:ext uri="{FF2B5EF4-FFF2-40B4-BE49-F238E27FC236}">
                <a16:creationId xmlns:a16="http://schemas.microsoft.com/office/drawing/2014/main" id="{C22AB0AC-74BB-7245-C2B6-2D47B85705D4}"/>
              </a:ext>
            </a:extLst>
          </p:cNvPr>
          <p:cNvSpPr txBox="1"/>
          <p:nvPr/>
        </p:nvSpPr>
        <p:spPr>
          <a:xfrm rot="16200000">
            <a:off x="-619063" y="1214645"/>
            <a:ext cx="1832069" cy="430887"/>
          </a:xfrm>
          <a:prstGeom prst="rect">
            <a:avLst/>
          </a:prstGeom>
          <a:noFill/>
        </p:spPr>
        <p:txBody>
          <a:bodyPr wrap="square">
            <a:spAutoFit/>
          </a:bodyPr>
          <a:lstStyle/>
          <a:p>
            <a:pPr algn="r">
              <a:buNone/>
            </a:pPr>
            <a:r>
              <a:rPr lang="en-US" sz="2200" b="1" dirty="0">
                <a:gradFill>
                  <a:gsLst>
                    <a:gs pos="0">
                      <a:srgbClr val="0D5DDF"/>
                    </a:gs>
                    <a:gs pos="73000">
                      <a:schemeClr val="tx1">
                        <a:lumMod val="95000"/>
                        <a:lumOff val="5000"/>
                      </a:schemeClr>
                    </a:gs>
                  </a:gsLst>
                  <a:lin ang="1800000" scaled="0"/>
                </a:gradFill>
                <a:effectLst/>
                <a:latin typeface="Aptos" panose="020B0004020202020204" pitchFamily="34" charset="0"/>
              </a:rPr>
              <a:t>Institutional</a:t>
            </a:r>
            <a:endParaRPr lang="en-US" sz="2200" dirty="0">
              <a:gradFill>
                <a:gsLst>
                  <a:gs pos="0">
                    <a:srgbClr val="0D5DDF"/>
                  </a:gs>
                  <a:gs pos="73000">
                    <a:schemeClr val="tx1">
                      <a:lumMod val="95000"/>
                      <a:lumOff val="5000"/>
                    </a:schemeClr>
                  </a:gs>
                </a:gsLst>
                <a:lin ang="1800000" scaled="0"/>
              </a:gradFill>
              <a:effectLst/>
              <a:latin typeface="Aptos" panose="020B0004020202020204" pitchFamily="34" charset="0"/>
            </a:endParaRPr>
          </a:p>
        </p:txBody>
      </p:sp>
      <p:sp>
        <p:nvSpPr>
          <p:cNvPr id="26" name="Rectangle 25">
            <a:extLst>
              <a:ext uri="{FF2B5EF4-FFF2-40B4-BE49-F238E27FC236}">
                <a16:creationId xmlns:a16="http://schemas.microsoft.com/office/drawing/2014/main" id="{4CEE16E8-1134-4DCF-73CB-049770CEB3E0}"/>
              </a:ext>
            </a:extLst>
          </p:cNvPr>
          <p:cNvSpPr/>
          <p:nvPr/>
        </p:nvSpPr>
        <p:spPr>
          <a:xfrm>
            <a:off x="1570625" y="5602496"/>
            <a:ext cx="8823568" cy="842962"/>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a:extLst>
              <a:ext uri="{FF2B5EF4-FFF2-40B4-BE49-F238E27FC236}">
                <a16:creationId xmlns:a16="http://schemas.microsoft.com/office/drawing/2014/main" id="{ED0F42AE-3DB0-C8FE-61A8-88799E65B13E}"/>
              </a:ext>
            </a:extLst>
          </p:cNvPr>
          <p:cNvPicPr>
            <a:picLocks noChangeAspect="1"/>
          </p:cNvPicPr>
          <p:nvPr/>
        </p:nvPicPr>
        <p:blipFill>
          <a:blip r:embed="rId7"/>
          <a:srcRect/>
          <a:stretch/>
        </p:blipFill>
        <p:spPr>
          <a:xfrm>
            <a:off x="3736045" y="5767613"/>
            <a:ext cx="550363" cy="550914"/>
          </a:xfrm>
          <a:prstGeom prst="rect">
            <a:avLst/>
          </a:prstGeom>
        </p:spPr>
      </p:pic>
      <p:pic>
        <p:nvPicPr>
          <p:cNvPr id="31" name="Graphic 30">
            <a:extLst>
              <a:ext uri="{FF2B5EF4-FFF2-40B4-BE49-F238E27FC236}">
                <a16:creationId xmlns:a16="http://schemas.microsoft.com/office/drawing/2014/main" id="{8854CFF2-D541-3C17-12C7-FB0535E777AC}"/>
              </a:ext>
            </a:extLst>
          </p:cNvPr>
          <p:cNvPicPr>
            <a:picLocks noChangeAspect="1"/>
          </p:cNvPicPr>
          <p:nvPr/>
        </p:nvPicPr>
        <p:blipFill>
          <a:blip r:embed="rId8"/>
          <a:srcRect/>
          <a:stretch/>
        </p:blipFill>
        <p:spPr>
          <a:xfrm>
            <a:off x="3107456" y="5768996"/>
            <a:ext cx="584214" cy="543113"/>
          </a:xfrm>
          <a:prstGeom prst="rect">
            <a:avLst/>
          </a:prstGeom>
        </p:spPr>
      </p:pic>
      <p:pic>
        <p:nvPicPr>
          <p:cNvPr id="33" name="Graphic 32">
            <a:extLst>
              <a:ext uri="{FF2B5EF4-FFF2-40B4-BE49-F238E27FC236}">
                <a16:creationId xmlns:a16="http://schemas.microsoft.com/office/drawing/2014/main" id="{CAD0B1C1-5A82-4E4F-9F99-62ED1D8A3EF4}"/>
              </a:ext>
            </a:extLst>
          </p:cNvPr>
          <p:cNvPicPr>
            <a:picLocks noChangeAspect="1"/>
          </p:cNvPicPr>
          <p:nvPr/>
        </p:nvPicPr>
        <p:blipFill>
          <a:blip r:embed="rId9"/>
          <a:srcRect/>
          <a:stretch/>
        </p:blipFill>
        <p:spPr>
          <a:xfrm>
            <a:off x="1740843" y="5760421"/>
            <a:ext cx="547649" cy="552057"/>
          </a:xfrm>
          <a:prstGeom prst="rect">
            <a:avLst/>
          </a:prstGeom>
        </p:spPr>
      </p:pic>
      <p:pic>
        <p:nvPicPr>
          <p:cNvPr id="34" name="Graphic 33">
            <a:extLst>
              <a:ext uri="{FF2B5EF4-FFF2-40B4-BE49-F238E27FC236}">
                <a16:creationId xmlns:a16="http://schemas.microsoft.com/office/drawing/2014/main" id="{63A8AD87-6B2A-BD42-C507-FF76494F185B}"/>
              </a:ext>
            </a:extLst>
          </p:cNvPr>
          <p:cNvPicPr>
            <a:picLocks noChangeAspect="1"/>
          </p:cNvPicPr>
          <p:nvPr/>
        </p:nvPicPr>
        <p:blipFill>
          <a:blip r:embed="rId10"/>
          <a:srcRect/>
          <a:stretch/>
        </p:blipFill>
        <p:spPr>
          <a:xfrm>
            <a:off x="7157235" y="5752921"/>
            <a:ext cx="590718" cy="530173"/>
          </a:xfrm>
          <a:prstGeom prst="rect">
            <a:avLst/>
          </a:prstGeom>
        </p:spPr>
      </p:pic>
      <p:pic>
        <p:nvPicPr>
          <p:cNvPr id="35" name="Graphic 34">
            <a:extLst>
              <a:ext uri="{FF2B5EF4-FFF2-40B4-BE49-F238E27FC236}">
                <a16:creationId xmlns:a16="http://schemas.microsoft.com/office/drawing/2014/main" id="{07E2C6EB-76A7-F77A-A574-4098EAD67719}"/>
              </a:ext>
            </a:extLst>
          </p:cNvPr>
          <p:cNvPicPr>
            <a:picLocks noChangeAspect="1"/>
          </p:cNvPicPr>
          <p:nvPr/>
        </p:nvPicPr>
        <p:blipFill>
          <a:blip r:embed="rId11"/>
          <a:srcRect/>
          <a:stretch/>
        </p:blipFill>
        <p:spPr>
          <a:xfrm>
            <a:off x="6438152" y="5749911"/>
            <a:ext cx="541110" cy="541770"/>
          </a:xfrm>
          <a:prstGeom prst="rect">
            <a:avLst/>
          </a:prstGeom>
        </p:spPr>
      </p:pic>
      <p:pic>
        <p:nvPicPr>
          <p:cNvPr id="36" name="Graphic 35">
            <a:extLst>
              <a:ext uri="{FF2B5EF4-FFF2-40B4-BE49-F238E27FC236}">
                <a16:creationId xmlns:a16="http://schemas.microsoft.com/office/drawing/2014/main" id="{C6FE0436-6964-C80D-B1B3-DB074A399D7E}"/>
              </a:ext>
            </a:extLst>
          </p:cNvPr>
          <p:cNvPicPr>
            <a:picLocks noChangeAspect="1"/>
          </p:cNvPicPr>
          <p:nvPr/>
        </p:nvPicPr>
        <p:blipFill>
          <a:blip r:embed="rId12"/>
          <a:srcRect/>
          <a:stretch/>
        </p:blipFill>
        <p:spPr>
          <a:xfrm>
            <a:off x="4432751" y="5748907"/>
            <a:ext cx="516860" cy="542773"/>
          </a:xfrm>
          <a:prstGeom prst="rect">
            <a:avLst/>
          </a:prstGeom>
        </p:spPr>
      </p:pic>
      <p:pic>
        <p:nvPicPr>
          <p:cNvPr id="37" name="Graphic 36">
            <a:extLst>
              <a:ext uri="{FF2B5EF4-FFF2-40B4-BE49-F238E27FC236}">
                <a16:creationId xmlns:a16="http://schemas.microsoft.com/office/drawing/2014/main" id="{0171B695-60B6-4D7B-EE6E-5451AA2A3A55}"/>
              </a:ext>
            </a:extLst>
          </p:cNvPr>
          <p:cNvPicPr>
            <a:picLocks noChangeAspect="1"/>
          </p:cNvPicPr>
          <p:nvPr/>
        </p:nvPicPr>
        <p:blipFill>
          <a:blip r:embed="rId13"/>
          <a:srcRect/>
          <a:stretch/>
        </p:blipFill>
        <p:spPr>
          <a:xfrm>
            <a:off x="9185546" y="5756137"/>
            <a:ext cx="518032" cy="562390"/>
          </a:xfrm>
          <a:prstGeom prst="rect">
            <a:avLst/>
          </a:prstGeom>
        </p:spPr>
      </p:pic>
      <p:pic>
        <p:nvPicPr>
          <p:cNvPr id="38" name="Graphic 37">
            <a:extLst>
              <a:ext uri="{FF2B5EF4-FFF2-40B4-BE49-F238E27FC236}">
                <a16:creationId xmlns:a16="http://schemas.microsoft.com/office/drawing/2014/main" id="{DCEFC097-B2C2-1D34-0708-65440CC61155}"/>
              </a:ext>
            </a:extLst>
          </p:cNvPr>
          <p:cNvPicPr>
            <a:picLocks noChangeAspect="1"/>
          </p:cNvPicPr>
          <p:nvPr/>
        </p:nvPicPr>
        <p:blipFill>
          <a:blip r:embed="rId14"/>
          <a:srcRect/>
          <a:stretch/>
        </p:blipFill>
        <p:spPr>
          <a:xfrm>
            <a:off x="5060261" y="5768608"/>
            <a:ext cx="595908" cy="553773"/>
          </a:xfrm>
          <a:prstGeom prst="rect">
            <a:avLst/>
          </a:prstGeom>
        </p:spPr>
      </p:pic>
      <p:pic>
        <p:nvPicPr>
          <p:cNvPr id="39" name="Graphic 38">
            <a:extLst>
              <a:ext uri="{FF2B5EF4-FFF2-40B4-BE49-F238E27FC236}">
                <a16:creationId xmlns:a16="http://schemas.microsoft.com/office/drawing/2014/main" id="{A0178A2C-2A46-B5EF-2454-D42190575596}"/>
              </a:ext>
            </a:extLst>
          </p:cNvPr>
          <p:cNvPicPr>
            <a:picLocks noChangeAspect="1"/>
          </p:cNvPicPr>
          <p:nvPr/>
        </p:nvPicPr>
        <p:blipFill>
          <a:blip r:embed="rId15"/>
          <a:srcRect/>
          <a:stretch/>
        </p:blipFill>
        <p:spPr>
          <a:xfrm>
            <a:off x="5738639" y="5771727"/>
            <a:ext cx="562450" cy="519953"/>
          </a:xfrm>
          <a:prstGeom prst="rect">
            <a:avLst/>
          </a:prstGeom>
        </p:spPr>
      </p:pic>
      <p:pic>
        <p:nvPicPr>
          <p:cNvPr id="40" name="Graphic 39">
            <a:extLst>
              <a:ext uri="{FF2B5EF4-FFF2-40B4-BE49-F238E27FC236}">
                <a16:creationId xmlns:a16="http://schemas.microsoft.com/office/drawing/2014/main" id="{1CBA2823-9CF7-D3CE-7F30-A111B5B4B643}"/>
              </a:ext>
            </a:extLst>
          </p:cNvPr>
          <p:cNvPicPr>
            <a:picLocks noChangeAspect="1"/>
          </p:cNvPicPr>
          <p:nvPr/>
        </p:nvPicPr>
        <p:blipFill>
          <a:blip r:embed="rId16"/>
          <a:srcRect/>
          <a:stretch/>
        </p:blipFill>
        <p:spPr>
          <a:xfrm>
            <a:off x="8559357" y="5772362"/>
            <a:ext cx="473106" cy="503229"/>
          </a:xfrm>
          <a:prstGeom prst="rect">
            <a:avLst/>
          </a:prstGeom>
        </p:spPr>
      </p:pic>
      <p:pic>
        <p:nvPicPr>
          <p:cNvPr id="41" name="Graphic 40">
            <a:extLst>
              <a:ext uri="{FF2B5EF4-FFF2-40B4-BE49-F238E27FC236}">
                <a16:creationId xmlns:a16="http://schemas.microsoft.com/office/drawing/2014/main" id="{81435A03-2623-0041-1420-BC0EF46D2CF7}"/>
              </a:ext>
            </a:extLst>
          </p:cNvPr>
          <p:cNvPicPr>
            <a:picLocks noChangeAspect="1"/>
          </p:cNvPicPr>
          <p:nvPr/>
        </p:nvPicPr>
        <p:blipFill>
          <a:blip r:embed="rId17"/>
          <a:srcRect/>
          <a:stretch/>
        </p:blipFill>
        <p:spPr>
          <a:xfrm>
            <a:off x="2466447" y="5748907"/>
            <a:ext cx="506423" cy="579563"/>
          </a:xfrm>
          <a:prstGeom prst="rect">
            <a:avLst/>
          </a:prstGeom>
        </p:spPr>
      </p:pic>
      <p:pic>
        <p:nvPicPr>
          <p:cNvPr id="42" name="Graphic 41">
            <a:extLst>
              <a:ext uri="{FF2B5EF4-FFF2-40B4-BE49-F238E27FC236}">
                <a16:creationId xmlns:a16="http://schemas.microsoft.com/office/drawing/2014/main" id="{EEECA9F4-B3EF-9E8F-76A4-893DB027674C}"/>
              </a:ext>
            </a:extLst>
          </p:cNvPr>
          <p:cNvPicPr>
            <a:picLocks noChangeAspect="1"/>
          </p:cNvPicPr>
          <p:nvPr/>
        </p:nvPicPr>
        <p:blipFill>
          <a:blip r:embed="rId18"/>
          <a:srcRect/>
          <a:stretch/>
        </p:blipFill>
        <p:spPr>
          <a:xfrm>
            <a:off x="7876179" y="5763585"/>
            <a:ext cx="524068" cy="508885"/>
          </a:xfrm>
          <a:prstGeom prst="rect">
            <a:avLst/>
          </a:prstGeom>
        </p:spPr>
      </p:pic>
      <p:pic>
        <p:nvPicPr>
          <p:cNvPr id="2" name="Graphic 1">
            <a:extLst>
              <a:ext uri="{FF2B5EF4-FFF2-40B4-BE49-F238E27FC236}">
                <a16:creationId xmlns:a16="http://schemas.microsoft.com/office/drawing/2014/main" id="{B7E4AF12-152F-437F-F9DE-846F48D479E3}"/>
              </a:ext>
            </a:extLst>
          </p:cNvPr>
          <p:cNvPicPr>
            <a:picLocks noChangeAspect="1"/>
          </p:cNvPicPr>
          <p:nvPr/>
        </p:nvPicPr>
        <p:blipFill>
          <a:blip r:embed="rId19"/>
          <a:srcRect/>
          <a:stretch/>
        </p:blipFill>
        <p:spPr>
          <a:xfrm>
            <a:off x="9813336" y="5739149"/>
            <a:ext cx="497785" cy="557990"/>
          </a:xfrm>
          <a:prstGeom prst="rect">
            <a:avLst/>
          </a:prstGeom>
        </p:spPr>
      </p:pic>
      <p:pic>
        <p:nvPicPr>
          <p:cNvPr id="5" name="Picture 4">
            <a:extLst>
              <a:ext uri="{FF2B5EF4-FFF2-40B4-BE49-F238E27FC236}">
                <a16:creationId xmlns:a16="http://schemas.microsoft.com/office/drawing/2014/main" id="{B53E158C-9371-A75C-C4C5-6F398A9DCB91}"/>
              </a:ext>
            </a:extLst>
          </p:cNvPr>
          <p:cNvPicPr>
            <a:picLocks noChangeAspect="1"/>
          </p:cNvPicPr>
          <p:nvPr/>
        </p:nvPicPr>
        <p:blipFill>
          <a:blip r:embed="rId20"/>
          <a:stretch>
            <a:fillRect/>
          </a:stretch>
        </p:blipFill>
        <p:spPr>
          <a:xfrm>
            <a:off x="4207821" y="3537584"/>
            <a:ext cx="3776358" cy="732605"/>
          </a:xfrm>
          <a:prstGeom prst="rect">
            <a:avLst/>
          </a:prstGeom>
        </p:spPr>
      </p:pic>
    </p:spTree>
    <p:extLst>
      <p:ext uri="{BB962C8B-B14F-4D97-AF65-F5344CB8AC3E}">
        <p14:creationId xmlns:p14="http://schemas.microsoft.com/office/powerpoint/2010/main" val="2082928598"/>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521F7-FD5B-CC0C-29AB-30C0E3E059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6362A0-3F10-E219-8B7D-8C7C58B0624C}"/>
              </a:ext>
            </a:extLst>
          </p:cNvPr>
          <p:cNvSpPr txBox="1"/>
          <p:nvPr/>
        </p:nvSpPr>
        <p:spPr>
          <a:xfrm>
            <a:off x="3043084" y="3152001"/>
            <a:ext cx="6105832" cy="707886"/>
          </a:xfrm>
          <a:prstGeom prst="rect">
            <a:avLst/>
          </a:prstGeom>
          <a:noFill/>
        </p:spPr>
        <p:txBody>
          <a:bodyPr wrap="square">
            <a:spAutoFit/>
          </a:bodyPr>
          <a:lstStyle/>
          <a:p>
            <a:pPr algn="ctr">
              <a:buNone/>
            </a:pPr>
            <a:r>
              <a:rPr lang="en-US" sz="4000" b="1" dirty="0">
                <a:effectLst/>
                <a:latin typeface="Aptos" panose="020B0004020202020204" pitchFamily="34" charset="0"/>
              </a:rPr>
              <a:t>100% Open Source</a:t>
            </a:r>
            <a:endParaRPr lang="en-US" sz="4000" dirty="0">
              <a:effectLst/>
              <a:latin typeface="Aptos" panose="020B0004020202020204" pitchFamily="34" charset="0"/>
            </a:endParaRPr>
          </a:p>
        </p:txBody>
      </p:sp>
      <p:pic>
        <p:nvPicPr>
          <p:cNvPr id="6" name="Picture 5" descr="A blue flag with yellow stars and a black eagle&#10;&#10;AI-generated content may be incorrect.">
            <a:extLst>
              <a:ext uri="{FF2B5EF4-FFF2-40B4-BE49-F238E27FC236}">
                <a16:creationId xmlns:a16="http://schemas.microsoft.com/office/drawing/2014/main" id="{7A0AAB57-5075-DF96-164A-7939A85A6F39}"/>
              </a:ext>
            </a:extLst>
          </p:cNvPr>
          <p:cNvPicPr>
            <a:picLocks noChangeAspect="1"/>
          </p:cNvPicPr>
          <p:nvPr/>
        </p:nvPicPr>
        <p:blipFill>
          <a:blip r:embed="rId2"/>
          <a:stretch>
            <a:fillRect/>
          </a:stretch>
        </p:blipFill>
        <p:spPr>
          <a:xfrm>
            <a:off x="10652546" y="5737572"/>
            <a:ext cx="1256754" cy="707886"/>
          </a:xfrm>
          <a:prstGeom prst="rect">
            <a:avLst/>
          </a:prstGeom>
        </p:spPr>
      </p:pic>
    </p:spTree>
    <p:extLst>
      <p:ext uri="{BB962C8B-B14F-4D97-AF65-F5344CB8AC3E}">
        <p14:creationId xmlns:p14="http://schemas.microsoft.com/office/powerpoint/2010/main" val="3393366068"/>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D6A19-B8D4-FB3B-082A-7F4B43D4388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5081F38-7CC1-1BBC-9CAF-D41509DA9FBA}"/>
              </a:ext>
            </a:extLst>
          </p:cNvPr>
          <p:cNvSpPr txBox="1"/>
          <p:nvPr/>
        </p:nvSpPr>
        <p:spPr>
          <a:xfrm>
            <a:off x="1398899" y="2767280"/>
            <a:ext cx="9394201" cy="1323439"/>
          </a:xfrm>
          <a:prstGeom prst="rect">
            <a:avLst/>
          </a:prstGeom>
          <a:noFill/>
        </p:spPr>
        <p:txBody>
          <a:bodyPr wrap="square">
            <a:spAutoFit/>
          </a:bodyPr>
          <a:lstStyle/>
          <a:p>
            <a:pPr algn="ctr">
              <a:buNone/>
            </a:pPr>
            <a:r>
              <a:rPr lang="en-US" sz="4000" b="1" dirty="0">
                <a:effectLst/>
                <a:latin typeface="Aptos" panose="020B0004020202020204" pitchFamily="34" charset="0"/>
              </a:rPr>
              <a:t>Reference architecture </a:t>
            </a:r>
          </a:p>
          <a:p>
            <a:pPr algn="ctr">
              <a:buNone/>
            </a:pPr>
            <a:r>
              <a:rPr lang="en-US" sz="4000" b="1" dirty="0">
                <a:effectLst/>
                <a:latin typeface="Aptos" panose="020B0004020202020204" pitchFamily="34" charset="0"/>
              </a:rPr>
              <a:t>for an interoperable cloud</a:t>
            </a:r>
            <a:endParaRPr lang="en-US" sz="4000" dirty="0">
              <a:effectLst/>
              <a:latin typeface="Aptos" panose="020B0004020202020204" pitchFamily="34" charset="0"/>
            </a:endParaRPr>
          </a:p>
        </p:txBody>
      </p:sp>
      <p:pic>
        <p:nvPicPr>
          <p:cNvPr id="7" name="Picture 6" descr="A blue flag with yellow stars and a black eagle&#10;&#10;AI-generated content may be incorrect.">
            <a:extLst>
              <a:ext uri="{FF2B5EF4-FFF2-40B4-BE49-F238E27FC236}">
                <a16:creationId xmlns:a16="http://schemas.microsoft.com/office/drawing/2014/main" id="{6A2D3709-8407-A392-46E1-751F427AA5B4}"/>
              </a:ext>
            </a:extLst>
          </p:cNvPr>
          <p:cNvPicPr>
            <a:picLocks noChangeAspect="1"/>
          </p:cNvPicPr>
          <p:nvPr/>
        </p:nvPicPr>
        <p:blipFill>
          <a:blip r:embed="rId2"/>
          <a:stretch>
            <a:fillRect/>
          </a:stretch>
        </p:blipFill>
        <p:spPr>
          <a:xfrm>
            <a:off x="10652546" y="5737572"/>
            <a:ext cx="1256754" cy="707886"/>
          </a:xfrm>
          <a:prstGeom prst="rect">
            <a:avLst/>
          </a:prstGeom>
        </p:spPr>
      </p:pic>
    </p:spTree>
    <p:extLst>
      <p:ext uri="{BB962C8B-B14F-4D97-AF65-F5344CB8AC3E}">
        <p14:creationId xmlns:p14="http://schemas.microsoft.com/office/powerpoint/2010/main" val="800624385"/>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AA2EB-EEF3-BF46-76C8-42605CFF2999}"/>
            </a:ext>
          </a:extLst>
        </p:cNvPr>
        <p:cNvGrpSpPr/>
        <p:nvPr/>
      </p:nvGrpSpPr>
      <p:grpSpPr>
        <a:xfrm>
          <a:off x="0" y="0"/>
          <a:ext cx="0" cy="0"/>
          <a:chOff x="0" y="0"/>
          <a:chExt cx="0" cy="0"/>
        </a:xfrm>
      </p:grpSpPr>
      <p:pic>
        <p:nvPicPr>
          <p:cNvPr id="8" name="Graphic 7">
            <a:extLst>
              <a:ext uri="{FF2B5EF4-FFF2-40B4-BE49-F238E27FC236}">
                <a16:creationId xmlns:a16="http://schemas.microsoft.com/office/drawing/2014/main" id="{BA4A6DBD-508F-5178-2139-D8115CC7E2EA}"/>
              </a:ext>
            </a:extLst>
          </p:cNvPr>
          <p:cNvPicPr>
            <a:picLocks noChangeAspect="1"/>
          </p:cNvPicPr>
          <p:nvPr/>
        </p:nvPicPr>
        <p:blipFill>
          <a:blip r:embed="rId2"/>
          <a:srcRect/>
          <a:stretch/>
        </p:blipFill>
        <p:spPr>
          <a:xfrm>
            <a:off x="3410791" y="1549569"/>
            <a:ext cx="4651329" cy="4585633"/>
          </a:xfrm>
          <a:prstGeom prst="rect">
            <a:avLst/>
          </a:prstGeom>
        </p:spPr>
      </p:pic>
      <p:sp>
        <p:nvSpPr>
          <p:cNvPr id="9" name="TextBox 8">
            <a:extLst>
              <a:ext uri="{FF2B5EF4-FFF2-40B4-BE49-F238E27FC236}">
                <a16:creationId xmlns:a16="http://schemas.microsoft.com/office/drawing/2014/main" id="{1296A361-716C-0EC5-FBDE-2A93A3649B77}"/>
              </a:ext>
            </a:extLst>
          </p:cNvPr>
          <p:cNvSpPr txBox="1"/>
          <p:nvPr/>
        </p:nvSpPr>
        <p:spPr>
          <a:xfrm rot="16200000">
            <a:off x="6414442" y="3606965"/>
            <a:ext cx="4119295" cy="477054"/>
          </a:xfrm>
          <a:prstGeom prst="rect">
            <a:avLst/>
          </a:prstGeom>
          <a:noFill/>
        </p:spPr>
        <p:txBody>
          <a:bodyPr wrap="square">
            <a:spAutoFit/>
          </a:bodyPr>
          <a:lstStyle/>
          <a:p>
            <a:pPr algn="ctr">
              <a:buNone/>
            </a:pPr>
            <a:r>
              <a:rPr lang="en-US" sz="2500" i="1" dirty="0">
                <a:effectLst/>
                <a:latin typeface="Aptos" panose="020B0004020202020204" pitchFamily="34" charset="0"/>
              </a:rPr>
              <a:t>Technology stack level</a:t>
            </a:r>
            <a:endParaRPr lang="en-US" sz="2500" dirty="0">
              <a:effectLst/>
              <a:latin typeface="Aptos" panose="020B0004020202020204" pitchFamily="34" charset="0"/>
            </a:endParaRPr>
          </a:p>
        </p:txBody>
      </p:sp>
      <p:cxnSp>
        <p:nvCxnSpPr>
          <p:cNvPr id="10" name="Straight Connector 9">
            <a:extLst>
              <a:ext uri="{FF2B5EF4-FFF2-40B4-BE49-F238E27FC236}">
                <a16:creationId xmlns:a16="http://schemas.microsoft.com/office/drawing/2014/main" id="{E55B872F-712D-F74B-8A73-B8B630B9D43C}"/>
              </a:ext>
            </a:extLst>
          </p:cNvPr>
          <p:cNvCxnSpPr/>
          <p:nvPr/>
        </p:nvCxnSpPr>
        <p:spPr>
          <a:xfrm>
            <a:off x="8249378" y="1785844"/>
            <a:ext cx="0" cy="4199467"/>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Triangle 10">
            <a:extLst>
              <a:ext uri="{FF2B5EF4-FFF2-40B4-BE49-F238E27FC236}">
                <a16:creationId xmlns:a16="http://schemas.microsoft.com/office/drawing/2014/main" id="{FF2F56C5-1210-B387-2ACD-FBCBBDCE1DD8}"/>
              </a:ext>
            </a:extLst>
          </p:cNvPr>
          <p:cNvSpPr/>
          <p:nvPr/>
        </p:nvSpPr>
        <p:spPr>
          <a:xfrm>
            <a:off x="8162997" y="1705673"/>
            <a:ext cx="172762" cy="207691"/>
          </a:xfrm>
          <a:prstGeom prs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60EFE362-3B37-BE05-5DAE-10A9A92C376C}"/>
              </a:ext>
            </a:extLst>
          </p:cNvPr>
          <p:cNvSpPr/>
          <p:nvPr/>
        </p:nvSpPr>
        <p:spPr>
          <a:xfrm rot="10800000">
            <a:off x="8162997" y="5814597"/>
            <a:ext cx="172762" cy="207691"/>
          </a:xfrm>
          <a:prstGeom prs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828DA6D-4BC7-4982-5F82-FBB6646AADE5}"/>
              </a:ext>
            </a:extLst>
          </p:cNvPr>
          <p:cNvSpPr txBox="1"/>
          <p:nvPr/>
        </p:nvSpPr>
        <p:spPr>
          <a:xfrm>
            <a:off x="1398899" y="609839"/>
            <a:ext cx="9394201" cy="1015663"/>
          </a:xfrm>
          <a:prstGeom prst="rect">
            <a:avLst/>
          </a:prstGeom>
          <a:noFill/>
        </p:spPr>
        <p:txBody>
          <a:bodyPr wrap="square">
            <a:spAutoFit/>
          </a:bodyPr>
          <a:lstStyle/>
          <a:p>
            <a:pPr algn="ctr">
              <a:buNone/>
            </a:pPr>
            <a:r>
              <a:rPr lang="en-US" sz="3000" b="1" dirty="0">
                <a:effectLst/>
                <a:latin typeface="Aptos" panose="020B0004020202020204" pitchFamily="34" charset="0"/>
              </a:rPr>
              <a:t>Reference architecture </a:t>
            </a:r>
          </a:p>
          <a:p>
            <a:pPr algn="ctr">
              <a:buNone/>
            </a:pPr>
            <a:r>
              <a:rPr lang="en-US" sz="3000" b="1" dirty="0">
                <a:effectLst/>
                <a:latin typeface="Aptos" panose="020B0004020202020204" pitchFamily="34" charset="0"/>
              </a:rPr>
              <a:t>for an interoperable cloud</a:t>
            </a:r>
            <a:endParaRPr lang="en-US" sz="3000" dirty="0">
              <a:effectLst/>
              <a:latin typeface="Aptos" panose="020B0004020202020204" pitchFamily="34" charset="0"/>
            </a:endParaRPr>
          </a:p>
        </p:txBody>
      </p:sp>
      <p:sp>
        <p:nvSpPr>
          <p:cNvPr id="19" name="Rectangle 18">
            <a:extLst>
              <a:ext uri="{FF2B5EF4-FFF2-40B4-BE49-F238E27FC236}">
                <a16:creationId xmlns:a16="http://schemas.microsoft.com/office/drawing/2014/main" id="{9D540233-DA4A-52DF-4EB1-AEFCAF17B73F}"/>
              </a:ext>
            </a:extLst>
          </p:cNvPr>
          <p:cNvSpPr/>
          <p:nvPr/>
        </p:nvSpPr>
        <p:spPr>
          <a:xfrm>
            <a:off x="5603132" y="1549569"/>
            <a:ext cx="2470064" cy="4585633"/>
          </a:xfrm>
          <a:prstGeom prst="rect">
            <a:avLst/>
          </a:prstGeom>
          <a:gradFill>
            <a:gsLst>
              <a:gs pos="0">
                <a:schemeClr val="bg1">
                  <a:alpha val="0"/>
                </a:schemeClr>
              </a:gs>
              <a:gs pos="90000">
                <a:srgbClr val="F6FBFF"/>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F12F268-0ADA-BA39-5D1B-3636DE55A508}"/>
              </a:ext>
            </a:extLst>
          </p:cNvPr>
          <p:cNvSpPr/>
          <p:nvPr/>
        </p:nvSpPr>
        <p:spPr>
          <a:xfrm>
            <a:off x="9221492" y="412542"/>
            <a:ext cx="2774196" cy="4453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8515056"/>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Horizontal)">
                                      <p:cBhvr>
                                        <p:cTn id="7" dur="500"/>
                                        <p:tgtEl>
                                          <p:spTgt spid="8"/>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outHorizontal)">
                                      <p:cBhvr>
                                        <p:cTn id="10" dur="500"/>
                                        <p:tgtEl>
                                          <p:spTgt spid="11"/>
                                        </p:tgtEl>
                                      </p:cBhvr>
                                    </p:animEffect>
                                  </p:childTnLst>
                                </p:cTn>
                              </p:par>
                              <p:par>
                                <p:cTn id="11" presetID="16" presetClass="entr" presetSubtype="4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arn(outHorizontal)">
                                      <p:cBhvr>
                                        <p:cTn id="13" dur="500"/>
                                        <p:tgtEl>
                                          <p:spTgt spid="12"/>
                                        </p:tgtEl>
                                      </p:cBhvr>
                                    </p:animEffect>
                                  </p:childTnLst>
                                </p:cTn>
                              </p:par>
                              <p:par>
                                <p:cTn id="14" presetID="16" presetClass="entr" presetSubtype="42"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arn(outHorizontal)">
                                      <p:cBhvr>
                                        <p:cTn id="16" dur="500"/>
                                        <p:tgtEl>
                                          <p:spTgt spid="10"/>
                                        </p:tgtEl>
                                      </p:cBhvr>
                                    </p:animEffect>
                                  </p:childTnLst>
                                </p:cTn>
                              </p:par>
                              <p:par>
                                <p:cTn id="17" presetID="16" presetClass="entr" presetSubtype="42"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outHorizontal)">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nodePh="1">
                                  <p:stCondLst>
                                    <p:cond delay="0"/>
                                  </p:stCondLst>
                                  <p:endCondLst>
                                    <p:cond evt="begin" delay="0">
                                      <p:tn val="22"/>
                                    </p:cond>
                                  </p:end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6A11F-5FFC-4256-3751-F97712425F75}"/>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44456F34-3243-6A3D-9975-CDA4BC8EC3B4}"/>
              </a:ext>
            </a:extLst>
          </p:cNvPr>
          <p:cNvSpPr/>
          <p:nvPr/>
        </p:nvSpPr>
        <p:spPr>
          <a:xfrm rot="16200000">
            <a:off x="7109879"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E75C44B4-E0E3-AE11-A837-5316C8C88F1B}"/>
              </a:ext>
            </a:extLst>
          </p:cNvPr>
          <p:cNvSpPr/>
          <p:nvPr/>
        </p:nvSpPr>
        <p:spPr>
          <a:xfrm rot="16200000">
            <a:off x="7859387"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A0D9085-264A-87D5-2D8E-214808DB217B}"/>
              </a:ext>
            </a:extLst>
          </p:cNvPr>
          <p:cNvSpPr/>
          <p:nvPr/>
        </p:nvSpPr>
        <p:spPr>
          <a:xfrm>
            <a:off x="1386286" y="915798"/>
            <a:ext cx="6745573" cy="4396676"/>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F1868-3A73-880E-1B23-F03FDC6C20CC}"/>
              </a:ext>
            </a:extLst>
          </p:cNvPr>
          <p:cNvSpPr/>
          <p:nvPr/>
        </p:nvSpPr>
        <p:spPr>
          <a:xfrm>
            <a:off x="1506206" y="1595386"/>
            <a:ext cx="6535712"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DF8C31F-2B14-01CB-2688-1FB56BDA2462}"/>
              </a:ext>
            </a:extLst>
          </p:cNvPr>
          <p:cNvSpPr/>
          <p:nvPr/>
        </p:nvSpPr>
        <p:spPr>
          <a:xfrm>
            <a:off x="4834022" y="2344891"/>
            <a:ext cx="3207896"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3F517C1-D63E-CF68-2D99-C9CA40D5BCC8}"/>
              </a:ext>
            </a:extLst>
          </p:cNvPr>
          <p:cNvSpPr/>
          <p:nvPr/>
        </p:nvSpPr>
        <p:spPr>
          <a:xfrm>
            <a:off x="1506206" y="2344891"/>
            <a:ext cx="3207896"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E96B2AD-1686-EC6A-565C-28EC347D9831}"/>
              </a:ext>
            </a:extLst>
          </p:cNvPr>
          <p:cNvSpPr/>
          <p:nvPr/>
        </p:nvSpPr>
        <p:spPr>
          <a:xfrm>
            <a:off x="1506206" y="3094248"/>
            <a:ext cx="6535712"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8F20675-3A52-1BD7-98F4-DC1D1D4586B6}"/>
              </a:ext>
            </a:extLst>
          </p:cNvPr>
          <p:cNvSpPr/>
          <p:nvPr/>
        </p:nvSpPr>
        <p:spPr>
          <a:xfrm>
            <a:off x="1506206" y="3825176"/>
            <a:ext cx="6535712" cy="659568"/>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8BF81D3-5E73-990E-CE35-D77C3B22F4BD}"/>
              </a:ext>
            </a:extLst>
          </p:cNvPr>
          <p:cNvSpPr/>
          <p:nvPr/>
        </p:nvSpPr>
        <p:spPr>
          <a:xfrm>
            <a:off x="1506206" y="4550890"/>
            <a:ext cx="4775439" cy="659568"/>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9760F7F-37EE-8F33-107F-4309DAB6DB2B}"/>
              </a:ext>
            </a:extLst>
          </p:cNvPr>
          <p:cNvSpPr/>
          <p:nvPr/>
        </p:nvSpPr>
        <p:spPr>
          <a:xfrm>
            <a:off x="6368493" y="4550890"/>
            <a:ext cx="1673426" cy="659568"/>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D2FC19-3572-A9A2-6C45-9D4FBE23E88F}"/>
              </a:ext>
            </a:extLst>
          </p:cNvPr>
          <p:cNvSpPr/>
          <p:nvPr/>
        </p:nvSpPr>
        <p:spPr>
          <a:xfrm>
            <a:off x="1506206" y="5378204"/>
            <a:ext cx="4775439" cy="659568"/>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F0CE9F6-5080-53E2-7EC5-09E0D6B9A487}"/>
              </a:ext>
            </a:extLst>
          </p:cNvPr>
          <p:cNvSpPr/>
          <p:nvPr/>
        </p:nvSpPr>
        <p:spPr>
          <a:xfrm>
            <a:off x="6368493" y="5378204"/>
            <a:ext cx="1673426" cy="659568"/>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6F9E1B5-2502-C8B1-E4CB-B6413E27D852}"/>
              </a:ext>
            </a:extLst>
          </p:cNvPr>
          <p:cNvSpPr/>
          <p:nvPr/>
        </p:nvSpPr>
        <p:spPr>
          <a:xfrm rot="16200000">
            <a:off x="6360370"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B428EFD-CEC2-47CC-B6D8-1F21D81A3D24}"/>
              </a:ext>
            </a:extLst>
          </p:cNvPr>
          <p:cNvSpPr txBox="1"/>
          <p:nvPr/>
        </p:nvSpPr>
        <p:spPr>
          <a:xfrm>
            <a:off x="3110154" y="1055505"/>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Federation</a:t>
            </a:r>
          </a:p>
        </p:txBody>
      </p:sp>
      <p:sp>
        <p:nvSpPr>
          <p:cNvPr id="31" name="TextBox 30">
            <a:extLst>
              <a:ext uri="{FF2B5EF4-FFF2-40B4-BE49-F238E27FC236}">
                <a16:creationId xmlns:a16="http://schemas.microsoft.com/office/drawing/2014/main" id="{D9E5645F-9586-1D14-EE88-1C942E46400E}"/>
              </a:ext>
            </a:extLst>
          </p:cNvPr>
          <p:cNvSpPr txBox="1"/>
          <p:nvPr/>
        </p:nvSpPr>
        <p:spPr>
          <a:xfrm>
            <a:off x="3110154" y="1739222"/>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Application</a:t>
            </a:r>
          </a:p>
        </p:txBody>
      </p:sp>
      <p:sp>
        <p:nvSpPr>
          <p:cNvPr id="33" name="TextBox 32">
            <a:extLst>
              <a:ext uri="{FF2B5EF4-FFF2-40B4-BE49-F238E27FC236}">
                <a16:creationId xmlns:a16="http://schemas.microsoft.com/office/drawing/2014/main" id="{F0300EE5-302D-AEC7-5F42-2C7A67378888}"/>
              </a:ext>
            </a:extLst>
          </p:cNvPr>
          <p:cNvSpPr txBox="1"/>
          <p:nvPr/>
        </p:nvSpPr>
        <p:spPr>
          <a:xfrm>
            <a:off x="1994258" y="2495356"/>
            <a:ext cx="2104784" cy="369332"/>
          </a:xfrm>
          <a:prstGeom prst="rect">
            <a:avLst/>
          </a:prstGeom>
          <a:noFill/>
        </p:spPr>
        <p:txBody>
          <a:bodyPr wrap="square">
            <a:spAutoFit/>
          </a:bodyPr>
          <a:lstStyle/>
          <a:p>
            <a:pPr algn="ctr">
              <a:buNone/>
            </a:pPr>
            <a:r>
              <a:rPr lang="en-US" b="1" dirty="0">
                <a:effectLst/>
                <a:latin typeface="Aptos" panose="020B0004020202020204" pitchFamily="34" charset="0"/>
              </a:rPr>
              <a:t>Data</a:t>
            </a:r>
          </a:p>
        </p:txBody>
      </p:sp>
      <p:sp>
        <p:nvSpPr>
          <p:cNvPr id="35" name="TextBox 34">
            <a:extLst>
              <a:ext uri="{FF2B5EF4-FFF2-40B4-BE49-F238E27FC236}">
                <a16:creationId xmlns:a16="http://schemas.microsoft.com/office/drawing/2014/main" id="{4AF4D311-3708-12DD-03DB-E130262D909C}"/>
              </a:ext>
            </a:extLst>
          </p:cNvPr>
          <p:cNvSpPr txBox="1"/>
          <p:nvPr/>
        </p:nvSpPr>
        <p:spPr>
          <a:xfrm>
            <a:off x="5380396" y="2495356"/>
            <a:ext cx="2104784" cy="369332"/>
          </a:xfrm>
          <a:prstGeom prst="rect">
            <a:avLst/>
          </a:prstGeom>
          <a:noFill/>
        </p:spPr>
        <p:txBody>
          <a:bodyPr wrap="square">
            <a:spAutoFit/>
          </a:bodyPr>
          <a:lstStyle/>
          <a:p>
            <a:pPr algn="ctr">
              <a:buNone/>
            </a:pPr>
            <a:r>
              <a:rPr lang="en-US" b="1" dirty="0">
                <a:effectLst/>
                <a:latin typeface="Aptos" panose="020B0004020202020204" pitchFamily="34" charset="0"/>
              </a:rPr>
              <a:t>AI</a:t>
            </a:r>
          </a:p>
        </p:txBody>
      </p:sp>
      <p:sp>
        <p:nvSpPr>
          <p:cNvPr id="37" name="TextBox 36">
            <a:extLst>
              <a:ext uri="{FF2B5EF4-FFF2-40B4-BE49-F238E27FC236}">
                <a16:creationId xmlns:a16="http://schemas.microsoft.com/office/drawing/2014/main" id="{799143E5-DB98-A219-4AAE-8A180EFE2E0D}"/>
              </a:ext>
            </a:extLst>
          </p:cNvPr>
          <p:cNvSpPr txBox="1"/>
          <p:nvPr/>
        </p:nvSpPr>
        <p:spPr>
          <a:xfrm>
            <a:off x="3110154" y="3253697"/>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Service Orchestration</a:t>
            </a:r>
          </a:p>
        </p:txBody>
      </p:sp>
      <p:sp>
        <p:nvSpPr>
          <p:cNvPr id="39" name="TextBox 38">
            <a:extLst>
              <a:ext uri="{FF2B5EF4-FFF2-40B4-BE49-F238E27FC236}">
                <a16:creationId xmlns:a16="http://schemas.microsoft.com/office/drawing/2014/main" id="{6CE6BBED-D3E8-C240-C9EE-24D771848157}"/>
              </a:ext>
            </a:extLst>
          </p:cNvPr>
          <p:cNvSpPr txBox="1"/>
          <p:nvPr/>
        </p:nvSpPr>
        <p:spPr>
          <a:xfrm>
            <a:off x="3110154" y="3968072"/>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Cloud Edge Platform</a:t>
            </a:r>
          </a:p>
        </p:txBody>
      </p:sp>
      <p:sp>
        <p:nvSpPr>
          <p:cNvPr id="41" name="TextBox 40">
            <a:extLst>
              <a:ext uri="{FF2B5EF4-FFF2-40B4-BE49-F238E27FC236}">
                <a16:creationId xmlns:a16="http://schemas.microsoft.com/office/drawing/2014/main" id="{9ABCAFB5-32B9-4E20-F1BE-30FFFAEB3235}"/>
              </a:ext>
            </a:extLst>
          </p:cNvPr>
          <p:cNvSpPr txBox="1"/>
          <p:nvPr/>
        </p:nvSpPr>
        <p:spPr>
          <a:xfrm>
            <a:off x="2159788" y="4696735"/>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Virtualization</a:t>
            </a:r>
          </a:p>
        </p:txBody>
      </p:sp>
      <p:sp>
        <p:nvSpPr>
          <p:cNvPr id="43" name="TextBox 42">
            <a:extLst>
              <a:ext uri="{FF2B5EF4-FFF2-40B4-BE49-F238E27FC236}">
                <a16:creationId xmlns:a16="http://schemas.microsoft.com/office/drawing/2014/main" id="{97036EFF-4987-9B72-3A46-261D30C1F70B}"/>
              </a:ext>
            </a:extLst>
          </p:cNvPr>
          <p:cNvSpPr txBox="1"/>
          <p:nvPr/>
        </p:nvSpPr>
        <p:spPr>
          <a:xfrm>
            <a:off x="1669679" y="5525410"/>
            <a:ext cx="3468273" cy="369332"/>
          </a:xfrm>
          <a:prstGeom prst="rect">
            <a:avLst/>
          </a:prstGeom>
          <a:noFill/>
        </p:spPr>
        <p:txBody>
          <a:bodyPr wrap="square">
            <a:spAutoFit/>
          </a:bodyPr>
          <a:lstStyle/>
          <a:p>
            <a:pPr algn="ctr">
              <a:buNone/>
            </a:pPr>
            <a:r>
              <a:rPr lang="en-US" b="1" dirty="0">
                <a:solidFill>
                  <a:schemeClr val="bg1">
                    <a:lumMod val="95000"/>
                  </a:schemeClr>
                </a:solidFill>
                <a:effectLst/>
                <a:latin typeface="Aptos" panose="020B0004020202020204" pitchFamily="34" charset="0"/>
              </a:rPr>
              <a:t>Physical Cloud Edge Resources</a:t>
            </a:r>
          </a:p>
        </p:txBody>
      </p:sp>
      <p:sp>
        <p:nvSpPr>
          <p:cNvPr id="45" name="TextBox 44">
            <a:extLst>
              <a:ext uri="{FF2B5EF4-FFF2-40B4-BE49-F238E27FC236}">
                <a16:creationId xmlns:a16="http://schemas.microsoft.com/office/drawing/2014/main" id="{4A48132E-0699-3421-BF3D-55F0EFD2F10D}"/>
              </a:ext>
            </a:extLst>
          </p:cNvPr>
          <p:cNvSpPr txBox="1"/>
          <p:nvPr/>
        </p:nvSpPr>
        <p:spPr>
          <a:xfrm>
            <a:off x="6178692" y="4621610"/>
            <a:ext cx="2104784" cy="553998"/>
          </a:xfrm>
          <a:prstGeom prst="rect">
            <a:avLst/>
          </a:prstGeom>
          <a:noFill/>
        </p:spPr>
        <p:txBody>
          <a:bodyPr wrap="square">
            <a:spAutoFit/>
          </a:bodyPr>
          <a:lstStyle/>
          <a:p>
            <a:pPr algn="ctr">
              <a:buNone/>
            </a:pPr>
            <a:r>
              <a:rPr lang="en-US" sz="1500" b="1" dirty="0">
                <a:solidFill>
                  <a:schemeClr val="bg1">
                    <a:lumMod val="95000"/>
                  </a:schemeClr>
                </a:solidFill>
                <a:effectLst/>
                <a:latin typeface="Aptos" panose="020B0004020202020204" pitchFamily="34" charset="0"/>
              </a:rPr>
              <a:t>Network Systems,</a:t>
            </a:r>
          </a:p>
          <a:p>
            <a:pPr algn="ctr">
              <a:buNone/>
            </a:pPr>
            <a:r>
              <a:rPr lang="en-US" sz="1500" b="1" dirty="0">
                <a:solidFill>
                  <a:schemeClr val="bg1">
                    <a:lumMod val="95000"/>
                  </a:schemeClr>
                </a:solidFill>
                <a:latin typeface="Aptos" panose="020B0004020202020204" pitchFamily="34" charset="0"/>
              </a:rPr>
              <a:t>SDN Controllers</a:t>
            </a:r>
            <a:endParaRPr lang="en-US" sz="1500" b="1" dirty="0">
              <a:solidFill>
                <a:schemeClr val="bg1">
                  <a:lumMod val="95000"/>
                </a:schemeClr>
              </a:solidFill>
              <a:effectLst/>
              <a:latin typeface="Aptos" panose="020B0004020202020204" pitchFamily="34" charset="0"/>
            </a:endParaRPr>
          </a:p>
        </p:txBody>
      </p:sp>
      <p:sp>
        <p:nvSpPr>
          <p:cNvPr id="47" name="TextBox 46">
            <a:extLst>
              <a:ext uri="{FF2B5EF4-FFF2-40B4-BE49-F238E27FC236}">
                <a16:creationId xmlns:a16="http://schemas.microsoft.com/office/drawing/2014/main" id="{3EEA4CE0-CC7C-8FFF-004B-48B43A48DB6F}"/>
              </a:ext>
            </a:extLst>
          </p:cNvPr>
          <p:cNvSpPr txBox="1"/>
          <p:nvPr/>
        </p:nvSpPr>
        <p:spPr>
          <a:xfrm>
            <a:off x="6178692" y="5432493"/>
            <a:ext cx="2104784" cy="553998"/>
          </a:xfrm>
          <a:prstGeom prst="rect">
            <a:avLst/>
          </a:prstGeom>
          <a:noFill/>
        </p:spPr>
        <p:txBody>
          <a:bodyPr wrap="square">
            <a:spAutoFit/>
          </a:bodyPr>
          <a:lstStyle/>
          <a:p>
            <a:pPr algn="ctr">
              <a:buNone/>
            </a:pPr>
            <a:r>
              <a:rPr lang="en-US" sz="1500" b="1" dirty="0">
                <a:solidFill>
                  <a:schemeClr val="bg1">
                    <a:lumMod val="95000"/>
                  </a:schemeClr>
                </a:solidFill>
                <a:effectLst/>
                <a:latin typeface="Aptos" panose="020B0004020202020204" pitchFamily="34" charset="0"/>
              </a:rPr>
              <a:t>Physical Network</a:t>
            </a:r>
          </a:p>
          <a:p>
            <a:pPr algn="ctr">
              <a:buNone/>
            </a:pPr>
            <a:r>
              <a:rPr lang="en-US" sz="1500" b="1" dirty="0">
                <a:solidFill>
                  <a:schemeClr val="bg1">
                    <a:lumMod val="95000"/>
                  </a:schemeClr>
                </a:solidFill>
                <a:latin typeface="Aptos" panose="020B0004020202020204" pitchFamily="34" charset="0"/>
              </a:rPr>
              <a:t>Resources</a:t>
            </a:r>
            <a:endParaRPr lang="en-US" sz="1500" b="1" dirty="0">
              <a:solidFill>
                <a:schemeClr val="bg1">
                  <a:lumMod val="95000"/>
                </a:schemeClr>
              </a:solidFill>
              <a:effectLst/>
              <a:latin typeface="Aptos" panose="020B0004020202020204" pitchFamily="34" charset="0"/>
            </a:endParaRPr>
          </a:p>
        </p:txBody>
      </p:sp>
      <p:sp>
        <p:nvSpPr>
          <p:cNvPr id="49" name="Rectangle 48">
            <a:extLst>
              <a:ext uri="{FF2B5EF4-FFF2-40B4-BE49-F238E27FC236}">
                <a16:creationId xmlns:a16="http://schemas.microsoft.com/office/drawing/2014/main" id="{419CC3A6-1BEA-D5C5-5EC4-EA35DDA94AD9}"/>
              </a:ext>
            </a:extLst>
          </p:cNvPr>
          <p:cNvSpPr/>
          <p:nvPr/>
        </p:nvSpPr>
        <p:spPr>
          <a:xfrm>
            <a:off x="5253731" y="5482041"/>
            <a:ext cx="899527" cy="460161"/>
          </a:xfrm>
          <a:prstGeom prst="rect">
            <a:avLst/>
          </a:prstGeom>
          <a:solidFill>
            <a:schemeClr val="tx2">
              <a:lumMod val="10000"/>
              <a:lumOff val="90000"/>
              <a:alpha val="4901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2FF3A4B1-8DE6-256F-C095-FEA5C7C2DC93}"/>
              </a:ext>
            </a:extLst>
          </p:cNvPr>
          <p:cNvSpPr txBox="1"/>
          <p:nvPr/>
        </p:nvSpPr>
        <p:spPr>
          <a:xfrm>
            <a:off x="5234256" y="5492890"/>
            <a:ext cx="977648" cy="461665"/>
          </a:xfrm>
          <a:prstGeom prst="rect">
            <a:avLst/>
          </a:prstGeom>
          <a:noFill/>
        </p:spPr>
        <p:txBody>
          <a:bodyPr wrap="square">
            <a:spAutoFit/>
          </a:bodyPr>
          <a:lstStyle/>
          <a:p>
            <a:pPr>
              <a:buNone/>
            </a:pPr>
            <a:r>
              <a:rPr lang="en-US" sz="1200" dirty="0">
                <a:solidFill>
                  <a:schemeClr val="bg1">
                    <a:lumMod val="95000"/>
                  </a:schemeClr>
                </a:solidFill>
                <a:effectLst/>
                <a:latin typeface="Aptos" panose="020B0004020202020204" pitchFamily="34" charset="0"/>
              </a:rPr>
              <a:t>In DC </a:t>
            </a:r>
          </a:p>
          <a:p>
            <a:pPr>
              <a:buNone/>
            </a:pPr>
            <a:r>
              <a:rPr lang="en-US" sz="1200" dirty="0">
                <a:solidFill>
                  <a:schemeClr val="bg1">
                    <a:lumMod val="95000"/>
                  </a:schemeClr>
                </a:solidFill>
                <a:effectLst/>
                <a:latin typeface="Aptos" panose="020B0004020202020204" pitchFamily="34" charset="0"/>
              </a:rPr>
              <a:t>Networking</a:t>
            </a:r>
          </a:p>
        </p:txBody>
      </p:sp>
      <p:sp>
        <p:nvSpPr>
          <p:cNvPr id="53" name="TextBox 52">
            <a:extLst>
              <a:ext uri="{FF2B5EF4-FFF2-40B4-BE49-F238E27FC236}">
                <a16:creationId xmlns:a16="http://schemas.microsoft.com/office/drawing/2014/main" id="{701EDEC6-AF07-8E9D-77D7-BE5AA95C4BED}"/>
              </a:ext>
            </a:extLst>
          </p:cNvPr>
          <p:cNvSpPr txBox="1"/>
          <p:nvPr/>
        </p:nvSpPr>
        <p:spPr>
          <a:xfrm rot="16200000">
            <a:off x="6845769"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Sustainability</a:t>
            </a:r>
          </a:p>
        </p:txBody>
      </p:sp>
      <p:sp>
        <p:nvSpPr>
          <p:cNvPr id="55" name="TextBox 54">
            <a:extLst>
              <a:ext uri="{FF2B5EF4-FFF2-40B4-BE49-F238E27FC236}">
                <a16:creationId xmlns:a16="http://schemas.microsoft.com/office/drawing/2014/main" id="{D0F102D8-3C67-2899-2B00-78ED5A971FEF}"/>
              </a:ext>
            </a:extLst>
          </p:cNvPr>
          <p:cNvSpPr txBox="1"/>
          <p:nvPr/>
        </p:nvSpPr>
        <p:spPr>
          <a:xfrm rot="16200000">
            <a:off x="7596884"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Security and Compliance</a:t>
            </a:r>
          </a:p>
        </p:txBody>
      </p:sp>
      <p:sp>
        <p:nvSpPr>
          <p:cNvPr id="60" name="TextBox 59">
            <a:extLst>
              <a:ext uri="{FF2B5EF4-FFF2-40B4-BE49-F238E27FC236}">
                <a16:creationId xmlns:a16="http://schemas.microsoft.com/office/drawing/2014/main" id="{0B7891FC-BA4E-2729-8BB5-C9FBD916B9C9}"/>
              </a:ext>
            </a:extLst>
          </p:cNvPr>
          <p:cNvSpPr txBox="1"/>
          <p:nvPr/>
        </p:nvSpPr>
        <p:spPr>
          <a:xfrm rot="16200000">
            <a:off x="8337114"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Management</a:t>
            </a:r>
          </a:p>
        </p:txBody>
      </p:sp>
      <p:pic>
        <p:nvPicPr>
          <p:cNvPr id="8" name="Graphic 7">
            <a:extLst>
              <a:ext uri="{FF2B5EF4-FFF2-40B4-BE49-F238E27FC236}">
                <a16:creationId xmlns:a16="http://schemas.microsoft.com/office/drawing/2014/main" id="{B7B67605-3D1D-CEAC-049A-A26B6C9DA4BB}"/>
              </a:ext>
            </a:extLst>
          </p:cNvPr>
          <p:cNvPicPr>
            <a:picLocks noChangeAspect="1"/>
          </p:cNvPicPr>
          <p:nvPr/>
        </p:nvPicPr>
        <p:blipFill>
          <a:blip r:embed="rId3"/>
          <a:srcRect/>
          <a:stretch/>
        </p:blipFill>
        <p:spPr>
          <a:xfrm>
            <a:off x="9854780" y="2370296"/>
            <a:ext cx="442160" cy="433692"/>
          </a:xfrm>
          <a:prstGeom prst="rect">
            <a:avLst/>
          </a:prstGeom>
        </p:spPr>
      </p:pic>
      <p:pic>
        <p:nvPicPr>
          <p:cNvPr id="10" name="Graphic 9">
            <a:extLst>
              <a:ext uri="{FF2B5EF4-FFF2-40B4-BE49-F238E27FC236}">
                <a16:creationId xmlns:a16="http://schemas.microsoft.com/office/drawing/2014/main" id="{8E13779F-66AA-E4B0-1D73-A30EC90BE8F3}"/>
              </a:ext>
            </a:extLst>
          </p:cNvPr>
          <p:cNvPicPr>
            <a:picLocks noChangeAspect="1"/>
          </p:cNvPicPr>
          <p:nvPr/>
        </p:nvPicPr>
        <p:blipFill>
          <a:blip r:embed="rId4"/>
          <a:srcRect/>
          <a:stretch/>
        </p:blipFill>
        <p:spPr>
          <a:xfrm>
            <a:off x="1592461" y="4610866"/>
            <a:ext cx="508189" cy="512279"/>
          </a:xfrm>
          <a:prstGeom prst="rect">
            <a:avLst/>
          </a:prstGeom>
        </p:spPr>
      </p:pic>
      <p:pic>
        <p:nvPicPr>
          <p:cNvPr id="25" name="Graphic 24">
            <a:extLst>
              <a:ext uri="{FF2B5EF4-FFF2-40B4-BE49-F238E27FC236}">
                <a16:creationId xmlns:a16="http://schemas.microsoft.com/office/drawing/2014/main" id="{2E30539F-4BDB-CA17-993F-F09D31839554}"/>
              </a:ext>
            </a:extLst>
          </p:cNvPr>
          <p:cNvPicPr>
            <a:picLocks noChangeAspect="1"/>
          </p:cNvPicPr>
          <p:nvPr/>
        </p:nvPicPr>
        <p:blipFill>
          <a:blip r:embed="rId5"/>
          <a:srcRect/>
          <a:stretch/>
        </p:blipFill>
        <p:spPr>
          <a:xfrm>
            <a:off x="1644940" y="1009033"/>
            <a:ext cx="339494" cy="493149"/>
          </a:xfrm>
          <a:prstGeom prst="rect">
            <a:avLst/>
          </a:prstGeom>
        </p:spPr>
      </p:pic>
      <p:pic>
        <p:nvPicPr>
          <p:cNvPr id="42" name="Graphic 41">
            <a:extLst>
              <a:ext uri="{FF2B5EF4-FFF2-40B4-BE49-F238E27FC236}">
                <a16:creationId xmlns:a16="http://schemas.microsoft.com/office/drawing/2014/main" id="{5B7D0B11-4746-3F22-BE68-F181F3A73ED3}"/>
              </a:ext>
            </a:extLst>
          </p:cNvPr>
          <p:cNvPicPr>
            <a:picLocks noChangeAspect="1"/>
          </p:cNvPicPr>
          <p:nvPr/>
        </p:nvPicPr>
        <p:blipFill>
          <a:blip r:embed="rId6"/>
          <a:srcRect/>
          <a:stretch/>
        </p:blipFill>
        <p:spPr>
          <a:xfrm>
            <a:off x="9898212" y="1688670"/>
            <a:ext cx="314271" cy="563804"/>
          </a:xfrm>
          <a:prstGeom prst="rect">
            <a:avLst/>
          </a:prstGeom>
        </p:spPr>
      </p:pic>
      <p:pic>
        <p:nvPicPr>
          <p:cNvPr id="46" name="Graphic 45">
            <a:extLst>
              <a:ext uri="{FF2B5EF4-FFF2-40B4-BE49-F238E27FC236}">
                <a16:creationId xmlns:a16="http://schemas.microsoft.com/office/drawing/2014/main" id="{DFEAED4B-58B4-0C90-2D0D-037633342BF5}"/>
              </a:ext>
            </a:extLst>
          </p:cNvPr>
          <p:cNvPicPr>
            <a:picLocks noChangeAspect="1"/>
          </p:cNvPicPr>
          <p:nvPr/>
        </p:nvPicPr>
        <p:blipFill>
          <a:blip r:embed="rId7"/>
          <a:srcRect/>
          <a:stretch/>
        </p:blipFill>
        <p:spPr>
          <a:xfrm>
            <a:off x="2297984" y="4623392"/>
            <a:ext cx="316677" cy="515252"/>
          </a:xfrm>
          <a:prstGeom prst="rect">
            <a:avLst/>
          </a:prstGeom>
        </p:spPr>
      </p:pic>
      <p:pic>
        <p:nvPicPr>
          <p:cNvPr id="7" name="Graphic 6">
            <a:extLst>
              <a:ext uri="{FF2B5EF4-FFF2-40B4-BE49-F238E27FC236}">
                <a16:creationId xmlns:a16="http://schemas.microsoft.com/office/drawing/2014/main" id="{BFF5035E-1768-05DE-B678-83E6C3DC08B8}"/>
              </a:ext>
            </a:extLst>
          </p:cNvPr>
          <p:cNvPicPr>
            <a:picLocks noChangeAspect="1"/>
          </p:cNvPicPr>
          <p:nvPr/>
        </p:nvPicPr>
        <p:blipFill>
          <a:blip r:embed="rId8"/>
          <a:srcRect/>
          <a:stretch/>
        </p:blipFill>
        <p:spPr>
          <a:xfrm>
            <a:off x="9094152" y="1697454"/>
            <a:ext cx="467547" cy="511582"/>
          </a:xfrm>
          <a:prstGeom prst="rect">
            <a:avLst/>
          </a:prstGeom>
        </p:spPr>
      </p:pic>
      <p:pic>
        <p:nvPicPr>
          <p:cNvPr id="9" name="Graphic 8">
            <a:extLst>
              <a:ext uri="{FF2B5EF4-FFF2-40B4-BE49-F238E27FC236}">
                <a16:creationId xmlns:a16="http://schemas.microsoft.com/office/drawing/2014/main" id="{F211DE9D-86BE-E494-7A5A-7A21666A9CEA}"/>
              </a:ext>
            </a:extLst>
          </p:cNvPr>
          <p:cNvPicPr>
            <a:picLocks noChangeAspect="1"/>
          </p:cNvPicPr>
          <p:nvPr/>
        </p:nvPicPr>
        <p:blipFill>
          <a:blip r:embed="rId9"/>
          <a:srcRect/>
          <a:stretch/>
        </p:blipFill>
        <p:spPr>
          <a:xfrm>
            <a:off x="2158549" y="1656096"/>
            <a:ext cx="437102" cy="555972"/>
          </a:xfrm>
          <a:prstGeom prst="rect">
            <a:avLst/>
          </a:prstGeom>
        </p:spPr>
      </p:pic>
      <p:pic>
        <p:nvPicPr>
          <p:cNvPr id="11" name="Graphic 10">
            <a:extLst>
              <a:ext uri="{FF2B5EF4-FFF2-40B4-BE49-F238E27FC236}">
                <a16:creationId xmlns:a16="http://schemas.microsoft.com/office/drawing/2014/main" id="{0FC537A0-65CA-95B5-4E92-589EF4882188}"/>
              </a:ext>
            </a:extLst>
          </p:cNvPr>
          <p:cNvPicPr>
            <a:picLocks noChangeAspect="1"/>
          </p:cNvPicPr>
          <p:nvPr/>
        </p:nvPicPr>
        <p:blipFill>
          <a:blip r:embed="rId10"/>
          <a:srcRect/>
          <a:stretch/>
        </p:blipFill>
        <p:spPr>
          <a:xfrm>
            <a:off x="1622175" y="1659735"/>
            <a:ext cx="400586" cy="542126"/>
          </a:xfrm>
          <a:prstGeom prst="rect">
            <a:avLst/>
          </a:prstGeom>
        </p:spPr>
      </p:pic>
      <p:pic>
        <p:nvPicPr>
          <p:cNvPr id="19" name="Graphic 18">
            <a:extLst>
              <a:ext uri="{FF2B5EF4-FFF2-40B4-BE49-F238E27FC236}">
                <a16:creationId xmlns:a16="http://schemas.microsoft.com/office/drawing/2014/main" id="{CAC31DDA-4081-6817-671D-284E9108893D}"/>
              </a:ext>
            </a:extLst>
          </p:cNvPr>
          <p:cNvPicPr>
            <a:picLocks noChangeAspect="1"/>
          </p:cNvPicPr>
          <p:nvPr/>
        </p:nvPicPr>
        <p:blipFill>
          <a:blip r:embed="rId11"/>
          <a:srcRect/>
          <a:stretch/>
        </p:blipFill>
        <p:spPr>
          <a:xfrm>
            <a:off x="1622175" y="2402084"/>
            <a:ext cx="396712" cy="565852"/>
          </a:xfrm>
          <a:prstGeom prst="rect">
            <a:avLst/>
          </a:prstGeom>
        </p:spPr>
      </p:pic>
      <p:pic>
        <p:nvPicPr>
          <p:cNvPr id="24" name="Graphic 23">
            <a:extLst>
              <a:ext uri="{FF2B5EF4-FFF2-40B4-BE49-F238E27FC236}">
                <a16:creationId xmlns:a16="http://schemas.microsoft.com/office/drawing/2014/main" id="{9757C319-B952-C83D-1F0B-0290F5637997}"/>
              </a:ext>
            </a:extLst>
          </p:cNvPr>
          <p:cNvPicPr>
            <a:picLocks noChangeAspect="1"/>
          </p:cNvPicPr>
          <p:nvPr/>
        </p:nvPicPr>
        <p:blipFill>
          <a:blip r:embed="rId12"/>
          <a:srcRect/>
          <a:stretch/>
        </p:blipFill>
        <p:spPr>
          <a:xfrm>
            <a:off x="1566432" y="3143252"/>
            <a:ext cx="471244" cy="571495"/>
          </a:xfrm>
          <a:prstGeom prst="rect">
            <a:avLst/>
          </a:prstGeom>
        </p:spPr>
      </p:pic>
      <p:pic>
        <p:nvPicPr>
          <p:cNvPr id="26" name="Graphic 25">
            <a:extLst>
              <a:ext uri="{FF2B5EF4-FFF2-40B4-BE49-F238E27FC236}">
                <a16:creationId xmlns:a16="http://schemas.microsoft.com/office/drawing/2014/main" id="{E6CCB4FD-5C4A-8D11-BCCE-98376365D6F9}"/>
              </a:ext>
            </a:extLst>
          </p:cNvPr>
          <p:cNvPicPr>
            <a:picLocks noChangeAspect="1"/>
          </p:cNvPicPr>
          <p:nvPr/>
        </p:nvPicPr>
        <p:blipFill>
          <a:blip r:embed="rId13"/>
          <a:srcRect/>
          <a:stretch/>
        </p:blipFill>
        <p:spPr>
          <a:xfrm>
            <a:off x="2219300" y="3895192"/>
            <a:ext cx="467615" cy="544303"/>
          </a:xfrm>
          <a:prstGeom prst="rect">
            <a:avLst/>
          </a:prstGeom>
        </p:spPr>
      </p:pic>
      <p:pic>
        <p:nvPicPr>
          <p:cNvPr id="27" name="Graphic 26">
            <a:extLst>
              <a:ext uri="{FF2B5EF4-FFF2-40B4-BE49-F238E27FC236}">
                <a16:creationId xmlns:a16="http://schemas.microsoft.com/office/drawing/2014/main" id="{6D418F29-98B4-C5CE-E06F-7AFA7682B2D7}"/>
              </a:ext>
            </a:extLst>
          </p:cNvPr>
          <p:cNvPicPr>
            <a:picLocks noChangeAspect="1"/>
          </p:cNvPicPr>
          <p:nvPr/>
        </p:nvPicPr>
        <p:blipFill>
          <a:blip r:embed="rId14"/>
          <a:srcRect/>
          <a:stretch/>
        </p:blipFill>
        <p:spPr>
          <a:xfrm>
            <a:off x="1595319" y="3853542"/>
            <a:ext cx="477992" cy="597490"/>
          </a:xfrm>
          <a:prstGeom prst="rect">
            <a:avLst/>
          </a:prstGeom>
        </p:spPr>
      </p:pic>
      <p:pic>
        <p:nvPicPr>
          <p:cNvPr id="6" name="Graphic 5">
            <a:extLst>
              <a:ext uri="{FF2B5EF4-FFF2-40B4-BE49-F238E27FC236}">
                <a16:creationId xmlns:a16="http://schemas.microsoft.com/office/drawing/2014/main" id="{74E18C16-467B-C5D3-FF3E-66F26EB593DE}"/>
              </a:ext>
            </a:extLst>
          </p:cNvPr>
          <p:cNvPicPr>
            <a:picLocks noChangeAspect="1"/>
          </p:cNvPicPr>
          <p:nvPr/>
        </p:nvPicPr>
        <p:blipFill>
          <a:blip r:embed="rId15"/>
          <a:srcRect/>
          <a:stretch/>
        </p:blipFill>
        <p:spPr>
          <a:xfrm>
            <a:off x="2170005" y="976919"/>
            <a:ext cx="425491" cy="557281"/>
          </a:xfrm>
          <a:prstGeom prst="rect">
            <a:avLst/>
          </a:prstGeom>
        </p:spPr>
      </p:pic>
    </p:spTree>
    <p:extLst>
      <p:ext uri="{BB962C8B-B14F-4D97-AF65-F5344CB8AC3E}">
        <p14:creationId xmlns:p14="http://schemas.microsoft.com/office/powerpoint/2010/main" val="1707865642"/>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3253BA9-604F-3FF8-C697-5AEF7B55C31B}"/>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639A23C9-6354-EF30-F65F-6A11EC076896}"/>
              </a:ext>
            </a:extLst>
          </p:cNvPr>
          <p:cNvSpPr/>
          <p:nvPr/>
        </p:nvSpPr>
        <p:spPr>
          <a:xfrm>
            <a:off x="253218" y="488514"/>
            <a:ext cx="11633982" cy="6087649"/>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F472BD6C-EA0E-3CBB-7C7F-C189D210343D}"/>
              </a:ext>
            </a:extLst>
          </p:cNvPr>
          <p:cNvSpPr/>
          <p:nvPr/>
        </p:nvSpPr>
        <p:spPr>
          <a:xfrm>
            <a:off x="253218" y="5345095"/>
            <a:ext cx="11633982" cy="115489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A5A870-1660-026A-3C3E-6A7E20C376B3}"/>
              </a:ext>
            </a:extLst>
          </p:cNvPr>
          <p:cNvSpPr/>
          <p:nvPr/>
        </p:nvSpPr>
        <p:spPr>
          <a:xfrm>
            <a:off x="253218" y="1115773"/>
            <a:ext cx="11633982" cy="339043"/>
          </a:xfrm>
          <a:prstGeom prst="rect">
            <a:avLst/>
          </a:prstGeom>
          <a:gradFill>
            <a:gsLst>
              <a:gs pos="80000">
                <a:srgbClr val="C3DCF3"/>
              </a:gs>
              <a:gs pos="19000">
                <a:srgbClr val="C4DCF3"/>
              </a:gs>
              <a:gs pos="0">
                <a:srgbClr val="F6FBFF"/>
              </a:gs>
              <a:gs pos="51000">
                <a:schemeClr val="tx2">
                  <a:lumMod val="25000"/>
                  <a:lumOff val="75000"/>
                </a:schemeClr>
              </a:gs>
              <a:gs pos="100000">
                <a:srgbClr val="F6FBFF"/>
              </a:gs>
            </a:gsLst>
            <a:lin ang="2155275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361EB30E-C23F-E5A8-C256-6077E5AF9C85}"/>
              </a:ext>
            </a:extLst>
          </p:cNvPr>
          <p:cNvSpPr/>
          <p:nvPr/>
        </p:nvSpPr>
        <p:spPr>
          <a:xfrm>
            <a:off x="253218" y="2713664"/>
            <a:ext cx="11633982" cy="339043"/>
          </a:xfrm>
          <a:prstGeom prst="rect">
            <a:avLst/>
          </a:prstGeom>
          <a:gradFill>
            <a:gsLst>
              <a:gs pos="76000">
                <a:srgbClr val="85B6E5"/>
              </a:gs>
              <a:gs pos="22000">
                <a:srgbClr val="8DBBE7"/>
              </a:gs>
              <a:gs pos="0">
                <a:srgbClr val="F6FBFF"/>
              </a:gs>
              <a:gs pos="51000">
                <a:schemeClr val="tx2">
                  <a:lumMod val="50000"/>
                  <a:lumOff val="50000"/>
                </a:schemeClr>
              </a:gs>
              <a:gs pos="100000">
                <a:srgbClr val="F6FBFF"/>
              </a:gs>
            </a:gsLst>
            <a:lin ang="2155275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B905DA83-BC66-611E-BB32-97753BF74C9D}"/>
              </a:ext>
            </a:extLst>
          </p:cNvPr>
          <p:cNvSpPr txBox="1"/>
          <p:nvPr/>
        </p:nvSpPr>
        <p:spPr>
          <a:xfrm>
            <a:off x="4361863" y="594363"/>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Members</a:t>
            </a:r>
          </a:p>
        </p:txBody>
      </p:sp>
      <p:sp>
        <p:nvSpPr>
          <p:cNvPr id="58" name="Rectangle 57">
            <a:extLst>
              <a:ext uri="{FF2B5EF4-FFF2-40B4-BE49-F238E27FC236}">
                <a16:creationId xmlns:a16="http://schemas.microsoft.com/office/drawing/2014/main" id="{822F7ACB-4EC4-330F-62AA-7F8C07255DD3}"/>
              </a:ext>
            </a:extLst>
          </p:cNvPr>
          <p:cNvSpPr/>
          <p:nvPr/>
        </p:nvSpPr>
        <p:spPr>
          <a:xfrm>
            <a:off x="245464" y="5361529"/>
            <a:ext cx="11633982" cy="339043"/>
          </a:xfrm>
          <a:prstGeom prst="rect">
            <a:avLst/>
          </a:prstGeom>
          <a:gradFill>
            <a:gsLst>
              <a:gs pos="0">
                <a:srgbClr val="F6FBFF"/>
              </a:gs>
              <a:gs pos="79000">
                <a:srgbClr val="7B93AA"/>
              </a:gs>
              <a:gs pos="21000">
                <a:srgbClr val="7B93AA"/>
              </a:gs>
              <a:gs pos="51000">
                <a:srgbClr val="163E64"/>
              </a:gs>
              <a:gs pos="100000">
                <a:srgbClr val="F6FBFF"/>
              </a:gs>
            </a:gsLst>
            <a:lin ang="2155275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C6AE36AE-3555-CBCE-D697-72836633809A}"/>
              </a:ext>
            </a:extLst>
          </p:cNvPr>
          <p:cNvSpPr txBox="1"/>
          <p:nvPr/>
        </p:nvSpPr>
        <p:spPr>
          <a:xfrm>
            <a:off x="4361862" y="1100905"/>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Premier Members</a:t>
            </a:r>
          </a:p>
        </p:txBody>
      </p:sp>
      <p:sp>
        <p:nvSpPr>
          <p:cNvPr id="39" name="TextBox 38">
            <a:extLst>
              <a:ext uri="{FF2B5EF4-FFF2-40B4-BE49-F238E27FC236}">
                <a16:creationId xmlns:a16="http://schemas.microsoft.com/office/drawing/2014/main" id="{567F6794-0B05-8CB3-BB13-389AE72A8D61}"/>
              </a:ext>
            </a:extLst>
          </p:cNvPr>
          <p:cNvSpPr txBox="1"/>
          <p:nvPr/>
        </p:nvSpPr>
        <p:spPr>
          <a:xfrm>
            <a:off x="4361861" y="2708686"/>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General Members</a:t>
            </a:r>
          </a:p>
        </p:txBody>
      </p:sp>
      <p:sp>
        <p:nvSpPr>
          <p:cNvPr id="6" name="TextBox 5">
            <a:extLst>
              <a:ext uri="{FF2B5EF4-FFF2-40B4-BE49-F238E27FC236}">
                <a16:creationId xmlns:a16="http://schemas.microsoft.com/office/drawing/2014/main" id="{C340B828-7A3B-C524-8A71-F04357D823A0}"/>
              </a:ext>
            </a:extLst>
          </p:cNvPr>
          <p:cNvSpPr txBox="1"/>
          <p:nvPr/>
        </p:nvSpPr>
        <p:spPr>
          <a:xfrm>
            <a:off x="4361861" y="5349068"/>
            <a:ext cx="3468273" cy="369332"/>
          </a:xfrm>
          <a:prstGeom prst="rect">
            <a:avLst/>
          </a:prstGeom>
          <a:noFill/>
        </p:spPr>
        <p:txBody>
          <a:bodyPr wrap="square">
            <a:spAutoFit/>
          </a:bodyPr>
          <a:lstStyle/>
          <a:p>
            <a:pPr algn="ctr">
              <a:buNone/>
            </a:pPr>
            <a:r>
              <a:rPr lang="en-US" b="1" dirty="0">
                <a:solidFill>
                  <a:schemeClr val="bg1">
                    <a:lumMod val="95000"/>
                  </a:schemeClr>
                </a:solidFill>
                <a:effectLst/>
                <a:latin typeface="Aptos" panose="020B0004020202020204" pitchFamily="34" charset="0"/>
              </a:rPr>
              <a:t>Associate Members</a:t>
            </a:r>
          </a:p>
        </p:txBody>
      </p:sp>
      <p:pic>
        <p:nvPicPr>
          <p:cNvPr id="7" name="Graphic 6">
            <a:extLst>
              <a:ext uri="{FF2B5EF4-FFF2-40B4-BE49-F238E27FC236}">
                <a16:creationId xmlns:a16="http://schemas.microsoft.com/office/drawing/2014/main" id="{27C42294-75CA-ACF3-9B4C-BBD004C7B674}"/>
              </a:ext>
            </a:extLst>
          </p:cNvPr>
          <p:cNvPicPr>
            <a:picLocks noChangeAspect="1"/>
          </p:cNvPicPr>
          <p:nvPr/>
        </p:nvPicPr>
        <p:blipFill>
          <a:blip r:embed="rId3"/>
          <a:srcRect/>
          <a:stretch/>
        </p:blipFill>
        <p:spPr>
          <a:xfrm>
            <a:off x="1233320" y="1760184"/>
            <a:ext cx="1250207" cy="617535"/>
          </a:xfrm>
          <a:prstGeom prst="rect">
            <a:avLst/>
          </a:prstGeom>
        </p:spPr>
      </p:pic>
      <p:pic>
        <p:nvPicPr>
          <p:cNvPr id="9" name="Graphic 8">
            <a:extLst>
              <a:ext uri="{FF2B5EF4-FFF2-40B4-BE49-F238E27FC236}">
                <a16:creationId xmlns:a16="http://schemas.microsoft.com/office/drawing/2014/main" id="{D443124C-666F-94A2-D54D-B94B82C38F6E}"/>
              </a:ext>
            </a:extLst>
          </p:cNvPr>
          <p:cNvPicPr>
            <a:picLocks noChangeAspect="1"/>
          </p:cNvPicPr>
          <p:nvPr/>
        </p:nvPicPr>
        <p:blipFill>
          <a:blip r:embed="rId4"/>
          <a:srcRect/>
          <a:stretch/>
        </p:blipFill>
        <p:spPr>
          <a:xfrm>
            <a:off x="2757627" y="1604785"/>
            <a:ext cx="2763498" cy="936467"/>
          </a:xfrm>
          <a:prstGeom prst="rect">
            <a:avLst/>
          </a:prstGeom>
        </p:spPr>
      </p:pic>
      <p:pic>
        <p:nvPicPr>
          <p:cNvPr id="12" name="Graphic 11">
            <a:extLst>
              <a:ext uri="{FF2B5EF4-FFF2-40B4-BE49-F238E27FC236}">
                <a16:creationId xmlns:a16="http://schemas.microsoft.com/office/drawing/2014/main" id="{DBC0358E-1A7A-9D84-29B9-39B47AD6E59B}"/>
              </a:ext>
            </a:extLst>
          </p:cNvPr>
          <p:cNvPicPr>
            <a:picLocks noChangeAspect="1"/>
          </p:cNvPicPr>
          <p:nvPr/>
        </p:nvPicPr>
        <p:blipFill>
          <a:blip r:embed="rId5"/>
          <a:srcRect/>
          <a:stretch/>
        </p:blipFill>
        <p:spPr>
          <a:xfrm>
            <a:off x="6091498" y="1814824"/>
            <a:ext cx="2942077" cy="653795"/>
          </a:xfrm>
          <a:prstGeom prst="rect">
            <a:avLst/>
          </a:prstGeom>
        </p:spPr>
      </p:pic>
      <p:pic>
        <p:nvPicPr>
          <p:cNvPr id="18" name="Graphic 17">
            <a:extLst>
              <a:ext uri="{FF2B5EF4-FFF2-40B4-BE49-F238E27FC236}">
                <a16:creationId xmlns:a16="http://schemas.microsoft.com/office/drawing/2014/main" id="{7FB9B600-0A3E-412E-6C37-B877F718C116}"/>
              </a:ext>
            </a:extLst>
          </p:cNvPr>
          <p:cNvPicPr>
            <a:picLocks noChangeAspect="1"/>
          </p:cNvPicPr>
          <p:nvPr/>
        </p:nvPicPr>
        <p:blipFill>
          <a:blip r:embed="rId6"/>
          <a:srcRect/>
          <a:stretch/>
        </p:blipFill>
        <p:spPr>
          <a:xfrm>
            <a:off x="9434373" y="1632240"/>
            <a:ext cx="1857628" cy="857367"/>
          </a:xfrm>
          <a:prstGeom prst="rect">
            <a:avLst/>
          </a:prstGeom>
        </p:spPr>
      </p:pic>
      <p:pic>
        <p:nvPicPr>
          <p:cNvPr id="21" name="Graphic 20">
            <a:extLst>
              <a:ext uri="{FF2B5EF4-FFF2-40B4-BE49-F238E27FC236}">
                <a16:creationId xmlns:a16="http://schemas.microsoft.com/office/drawing/2014/main" id="{C0D70158-30AF-3998-F001-DD446A5378FD}"/>
              </a:ext>
            </a:extLst>
          </p:cNvPr>
          <p:cNvPicPr>
            <a:picLocks noChangeAspect="1"/>
          </p:cNvPicPr>
          <p:nvPr/>
        </p:nvPicPr>
        <p:blipFill>
          <a:blip r:embed="rId7"/>
          <a:srcRect/>
          <a:stretch/>
        </p:blipFill>
        <p:spPr>
          <a:xfrm>
            <a:off x="587207" y="3306615"/>
            <a:ext cx="2152494" cy="461549"/>
          </a:xfrm>
          <a:prstGeom prst="rect">
            <a:avLst/>
          </a:prstGeom>
        </p:spPr>
      </p:pic>
      <p:pic>
        <p:nvPicPr>
          <p:cNvPr id="23" name="Graphic 22">
            <a:extLst>
              <a:ext uri="{FF2B5EF4-FFF2-40B4-BE49-F238E27FC236}">
                <a16:creationId xmlns:a16="http://schemas.microsoft.com/office/drawing/2014/main" id="{5DBC520C-5093-FFED-4EB2-6B654D4E804E}"/>
              </a:ext>
            </a:extLst>
          </p:cNvPr>
          <p:cNvPicPr>
            <a:picLocks noChangeAspect="1"/>
          </p:cNvPicPr>
          <p:nvPr/>
        </p:nvPicPr>
        <p:blipFill>
          <a:blip r:embed="rId8"/>
          <a:srcRect/>
          <a:stretch/>
        </p:blipFill>
        <p:spPr>
          <a:xfrm>
            <a:off x="3020739" y="3292513"/>
            <a:ext cx="1951863" cy="441411"/>
          </a:xfrm>
          <a:prstGeom prst="rect">
            <a:avLst/>
          </a:prstGeom>
        </p:spPr>
      </p:pic>
      <p:pic>
        <p:nvPicPr>
          <p:cNvPr id="27" name="Graphic 26">
            <a:extLst>
              <a:ext uri="{FF2B5EF4-FFF2-40B4-BE49-F238E27FC236}">
                <a16:creationId xmlns:a16="http://schemas.microsoft.com/office/drawing/2014/main" id="{93EC5106-C13E-1A97-D0E9-7DF45F9A631D}"/>
              </a:ext>
            </a:extLst>
          </p:cNvPr>
          <p:cNvPicPr>
            <a:picLocks noChangeAspect="1"/>
          </p:cNvPicPr>
          <p:nvPr/>
        </p:nvPicPr>
        <p:blipFill>
          <a:blip r:embed="rId9"/>
          <a:srcRect/>
          <a:stretch/>
        </p:blipFill>
        <p:spPr>
          <a:xfrm>
            <a:off x="5337427" y="3276480"/>
            <a:ext cx="1450056" cy="435017"/>
          </a:xfrm>
          <a:prstGeom prst="rect">
            <a:avLst/>
          </a:prstGeom>
        </p:spPr>
      </p:pic>
      <p:pic>
        <p:nvPicPr>
          <p:cNvPr id="34" name="Graphic 33">
            <a:extLst>
              <a:ext uri="{FF2B5EF4-FFF2-40B4-BE49-F238E27FC236}">
                <a16:creationId xmlns:a16="http://schemas.microsoft.com/office/drawing/2014/main" id="{CBF6991F-5648-44F1-DC25-D6E77ACBF125}"/>
              </a:ext>
            </a:extLst>
          </p:cNvPr>
          <p:cNvPicPr>
            <a:picLocks noChangeAspect="1"/>
          </p:cNvPicPr>
          <p:nvPr/>
        </p:nvPicPr>
        <p:blipFill>
          <a:blip r:embed="rId10"/>
          <a:srcRect/>
          <a:stretch/>
        </p:blipFill>
        <p:spPr>
          <a:xfrm>
            <a:off x="7256138" y="3227685"/>
            <a:ext cx="1915122" cy="457824"/>
          </a:xfrm>
          <a:prstGeom prst="rect">
            <a:avLst/>
          </a:prstGeom>
        </p:spPr>
      </p:pic>
      <p:pic>
        <p:nvPicPr>
          <p:cNvPr id="36" name="Graphic 35">
            <a:extLst>
              <a:ext uri="{FF2B5EF4-FFF2-40B4-BE49-F238E27FC236}">
                <a16:creationId xmlns:a16="http://schemas.microsoft.com/office/drawing/2014/main" id="{8D27CDC8-7DB5-9C69-39DD-03FD0A67ED47}"/>
              </a:ext>
            </a:extLst>
          </p:cNvPr>
          <p:cNvPicPr>
            <a:picLocks noChangeAspect="1"/>
          </p:cNvPicPr>
          <p:nvPr/>
        </p:nvPicPr>
        <p:blipFill>
          <a:blip r:embed="rId11"/>
          <a:srcRect/>
          <a:stretch/>
        </p:blipFill>
        <p:spPr>
          <a:xfrm>
            <a:off x="9594181" y="3225636"/>
            <a:ext cx="1697063" cy="533692"/>
          </a:xfrm>
          <a:prstGeom prst="rect">
            <a:avLst/>
          </a:prstGeom>
        </p:spPr>
      </p:pic>
      <p:pic>
        <p:nvPicPr>
          <p:cNvPr id="41" name="Graphic 40">
            <a:extLst>
              <a:ext uri="{FF2B5EF4-FFF2-40B4-BE49-F238E27FC236}">
                <a16:creationId xmlns:a16="http://schemas.microsoft.com/office/drawing/2014/main" id="{725FBF59-8C7E-39E5-3955-8E3A64498C5F}"/>
              </a:ext>
            </a:extLst>
          </p:cNvPr>
          <p:cNvPicPr>
            <a:picLocks noChangeAspect="1"/>
          </p:cNvPicPr>
          <p:nvPr/>
        </p:nvPicPr>
        <p:blipFill>
          <a:blip r:embed="rId12"/>
          <a:srcRect/>
          <a:stretch/>
        </p:blipFill>
        <p:spPr>
          <a:xfrm>
            <a:off x="783636" y="4068420"/>
            <a:ext cx="1639736" cy="516547"/>
          </a:xfrm>
          <a:prstGeom prst="rect">
            <a:avLst/>
          </a:prstGeom>
        </p:spPr>
      </p:pic>
      <p:pic>
        <p:nvPicPr>
          <p:cNvPr id="43" name="Graphic 42">
            <a:extLst>
              <a:ext uri="{FF2B5EF4-FFF2-40B4-BE49-F238E27FC236}">
                <a16:creationId xmlns:a16="http://schemas.microsoft.com/office/drawing/2014/main" id="{BFC9F945-2928-BA76-669F-C6B73AAFD37C}"/>
              </a:ext>
            </a:extLst>
          </p:cNvPr>
          <p:cNvPicPr>
            <a:picLocks noChangeAspect="1"/>
          </p:cNvPicPr>
          <p:nvPr/>
        </p:nvPicPr>
        <p:blipFill>
          <a:blip r:embed="rId13"/>
          <a:srcRect/>
          <a:stretch/>
        </p:blipFill>
        <p:spPr>
          <a:xfrm>
            <a:off x="2698263" y="4072176"/>
            <a:ext cx="1838385" cy="397328"/>
          </a:xfrm>
          <a:prstGeom prst="rect">
            <a:avLst/>
          </a:prstGeom>
        </p:spPr>
      </p:pic>
      <p:pic>
        <p:nvPicPr>
          <p:cNvPr id="46" name="Graphic 45">
            <a:extLst>
              <a:ext uri="{FF2B5EF4-FFF2-40B4-BE49-F238E27FC236}">
                <a16:creationId xmlns:a16="http://schemas.microsoft.com/office/drawing/2014/main" id="{795A591D-C397-42DE-A6C3-60460AD1EE4D}"/>
              </a:ext>
            </a:extLst>
          </p:cNvPr>
          <p:cNvPicPr>
            <a:picLocks noChangeAspect="1"/>
          </p:cNvPicPr>
          <p:nvPr/>
        </p:nvPicPr>
        <p:blipFill>
          <a:blip r:embed="rId14"/>
          <a:srcRect/>
          <a:stretch/>
        </p:blipFill>
        <p:spPr>
          <a:xfrm>
            <a:off x="4811539" y="3863078"/>
            <a:ext cx="1678840" cy="757992"/>
          </a:xfrm>
          <a:prstGeom prst="rect">
            <a:avLst/>
          </a:prstGeom>
        </p:spPr>
      </p:pic>
      <p:pic>
        <p:nvPicPr>
          <p:cNvPr id="48" name="Graphic 47">
            <a:extLst>
              <a:ext uri="{FF2B5EF4-FFF2-40B4-BE49-F238E27FC236}">
                <a16:creationId xmlns:a16="http://schemas.microsoft.com/office/drawing/2014/main" id="{F07B402E-4891-B673-5FAD-B981AE6EB865}"/>
              </a:ext>
            </a:extLst>
          </p:cNvPr>
          <p:cNvPicPr>
            <a:picLocks noChangeAspect="1"/>
          </p:cNvPicPr>
          <p:nvPr/>
        </p:nvPicPr>
        <p:blipFill>
          <a:blip r:embed="rId15"/>
          <a:srcRect/>
          <a:stretch/>
        </p:blipFill>
        <p:spPr>
          <a:xfrm>
            <a:off x="6782829" y="4025056"/>
            <a:ext cx="2294393" cy="320339"/>
          </a:xfrm>
          <a:prstGeom prst="rect">
            <a:avLst/>
          </a:prstGeom>
        </p:spPr>
      </p:pic>
      <p:pic>
        <p:nvPicPr>
          <p:cNvPr id="51" name="Graphic 50">
            <a:extLst>
              <a:ext uri="{FF2B5EF4-FFF2-40B4-BE49-F238E27FC236}">
                <a16:creationId xmlns:a16="http://schemas.microsoft.com/office/drawing/2014/main" id="{628947EE-53F1-E6DE-10F7-8A05BEAA6FCC}"/>
              </a:ext>
            </a:extLst>
          </p:cNvPr>
          <p:cNvPicPr>
            <a:picLocks noChangeAspect="1"/>
          </p:cNvPicPr>
          <p:nvPr/>
        </p:nvPicPr>
        <p:blipFill>
          <a:blip r:embed="rId16"/>
          <a:srcRect/>
          <a:stretch/>
        </p:blipFill>
        <p:spPr>
          <a:xfrm>
            <a:off x="9466970" y="3988656"/>
            <a:ext cx="1678840" cy="385511"/>
          </a:xfrm>
          <a:prstGeom prst="rect">
            <a:avLst/>
          </a:prstGeom>
        </p:spPr>
      </p:pic>
      <p:pic>
        <p:nvPicPr>
          <p:cNvPr id="53" name="Graphic 52">
            <a:extLst>
              <a:ext uri="{FF2B5EF4-FFF2-40B4-BE49-F238E27FC236}">
                <a16:creationId xmlns:a16="http://schemas.microsoft.com/office/drawing/2014/main" id="{D9207E64-95E2-307E-93A7-5C58CF6818FB}"/>
              </a:ext>
            </a:extLst>
          </p:cNvPr>
          <p:cNvPicPr>
            <a:picLocks noChangeAspect="1"/>
          </p:cNvPicPr>
          <p:nvPr/>
        </p:nvPicPr>
        <p:blipFill>
          <a:blip r:embed="rId17"/>
          <a:srcRect/>
          <a:stretch/>
        </p:blipFill>
        <p:spPr>
          <a:xfrm>
            <a:off x="4012553" y="4726258"/>
            <a:ext cx="2281502" cy="401673"/>
          </a:xfrm>
          <a:prstGeom prst="rect">
            <a:avLst/>
          </a:prstGeom>
        </p:spPr>
      </p:pic>
      <p:pic>
        <p:nvPicPr>
          <p:cNvPr id="61" name="Graphic 60">
            <a:extLst>
              <a:ext uri="{FF2B5EF4-FFF2-40B4-BE49-F238E27FC236}">
                <a16:creationId xmlns:a16="http://schemas.microsoft.com/office/drawing/2014/main" id="{8B766B83-552F-94D0-E29D-94F855A6E565}"/>
              </a:ext>
            </a:extLst>
          </p:cNvPr>
          <p:cNvPicPr>
            <a:picLocks noChangeAspect="1"/>
          </p:cNvPicPr>
          <p:nvPr/>
        </p:nvPicPr>
        <p:blipFill>
          <a:blip r:embed="rId18"/>
          <a:srcRect/>
          <a:stretch/>
        </p:blipFill>
        <p:spPr>
          <a:xfrm>
            <a:off x="2839355" y="5952063"/>
            <a:ext cx="1909834" cy="388441"/>
          </a:xfrm>
          <a:prstGeom prst="rect">
            <a:avLst/>
          </a:prstGeom>
        </p:spPr>
      </p:pic>
      <p:pic>
        <p:nvPicPr>
          <p:cNvPr id="64" name="Graphic 63">
            <a:extLst>
              <a:ext uri="{FF2B5EF4-FFF2-40B4-BE49-F238E27FC236}">
                <a16:creationId xmlns:a16="http://schemas.microsoft.com/office/drawing/2014/main" id="{38F0FFB7-73D1-77EE-804D-AE42A8D3BEEF}"/>
              </a:ext>
            </a:extLst>
          </p:cNvPr>
          <p:cNvPicPr>
            <a:picLocks noChangeAspect="1"/>
          </p:cNvPicPr>
          <p:nvPr/>
        </p:nvPicPr>
        <p:blipFill>
          <a:blip r:embed="rId19"/>
          <a:srcRect/>
          <a:stretch/>
        </p:blipFill>
        <p:spPr>
          <a:xfrm>
            <a:off x="5283409" y="5908878"/>
            <a:ext cx="1455726" cy="460607"/>
          </a:xfrm>
          <a:prstGeom prst="rect">
            <a:avLst/>
          </a:prstGeom>
        </p:spPr>
      </p:pic>
      <p:pic>
        <p:nvPicPr>
          <p:cNvPr id="67" name="Graphic 66">
            <a:extLst>
              <a:ext uri="{FF2B5EF4-FFF2-40B4-BE49-F238E27FC236}">
                <a16:creationId xmlns:a16="http://schemas.microsoft.com/office/drawing/2014/main" id="{4F84346C-38EE-3D1A-E30F-29272E12BDF2}"/>
              </a:ext>
            </a:extLst>
          </p:cNvPr>
          <p:cNvPicPr>
            <a:picLocks noChangeAspect="1"/>
          </p:cNvPicPr>
          <p:nvPr/>
        </p:nvPicPr>
        <p:blipFill>
          <a:blip r:embed="rId20"/>
          <a:srcRect/>
          <a:stretch/>
        </p:blipFill>
        <p:spPr>
          <a:xfrm>
            <a:off x="7376145" y="5911318"/>
            <a:ext cx="1794114" cy="502540"/>
          </a:xfrm>
          <a:prstGeom prst="rect">
            <a:avLst/>
          </a:prstGeom>
        </p:spPr>
      </p:pic>
      <p:pic>
        <p:nvPicPr>
          <p:cNvPr id="4" name="Graphic 3">
            <a:extLst>
              <a:ext uri="{FF2B5EF4-FFF2-40B4-BE49-F238E27FC236}">
                <a16:creationId xmlns:a16="http://schemas.microsoft.com/office/drawing/2014/main" id="{98E9F0BF-932E-6534-D878-24FE815CC46E}"/>
              </a:ext>
            </a:extLst>
          </p:cNvPr>
          <p:cNvPicPr>
            <a:picLocks noChangeAspect="1"/>
          </p:cNvPicPr>
          <p:nvPr/>
        </p:nvPicPr>
        <p:blipFill>
          <a:blip r:embed="rId21"/>
          <a:srcRect/>
          <a:stretch/>
        </p:blipFill>
        <p:spPr>
          <a:xfrm>
            <a:off x="6510323" y="4772947"/>
            <a:ext cx="1786565" cy="358251"/>
          </a:xfrm>
          <a:prstGeom prst="rect">
            <a:avLst/>
          </a:prstGeom>
        </p:spPr>
      </p:pic>
    </p:spTree>
    <p:extLst>
      <p:ext uri="{BB962C8B-B14F-4D97-AF65-F5344CB8AC3E}">
        <p14:creationId xmlns:p14="http://schemas.microsoft.com/office/powerpoint/2010/main" val="340354113"/>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ounded Rectangle 28">
            <a:extLst>
              <a:ext uri="{FF2B5EF4-FFF2-40B4-BE49-F238E27FC236}">
                <a16:creationId xmlns:a16="http://schemas.microsoft.com/office/drawing/2014/main" id="{418E899A-0EC7-1A7A-BE8E-98B0D1848A21}"/>
              </a:ext>
            </a:extLst>
          </p:cNvPr>
          <p:cNvSpPr/>
          <p:nvPr/>
        </p:nvSpPr>
        <p:spPr>
          <a:xfrm>
            <a:off x="613954" y="2888649"/>
            <a:ext cx="4572698" cy="2630226"/>
          </a:xfrm>
          <a:prstGeom prst="roundRect">
            <a:avLst>
              <a:gd name="adj" fmla="val 1577"/>
            </a:avLst>
          </a:prstGeom>
          <a:gradFill>
            <a:gsLst>
              <a:gs pos="0">
                <a:srgbClr val="DDEBF8"/>
              </a:gs>
              <a:gs pos="100000">
                <a:srgbClr val="CFE3F5"/>
              </a:gs>
              <a:gs pos="100000">
                <a:srgbClr val="A6CAED"/>
              </a:gs>
            </a:gsLst>
            <a:lin ang="540000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FF109452-562D-591A-7E53-D24D9077C92F}"/>
              </a:ext>
            </a:extLst>
          </p:cNvPr>
          <p:cNvSpPr/>
          <p:nvPr/>
        </p:nvSpPr>
        <p:spPr>
          <a:xfrm>
            <a:off x="7134620" y="2891410"/>
            <a:ext cx="4572698" cy="2878186"/>
          </a:xfrm>
          <a:prstGeom prst="roundRect">
            <a:avLst>
              <a:gd name="adj" fmla="val 1602"/>
            </a:avLst>
          </a:prstGeom>
          <a:gradFill>
            <a:gsLst>
              <a:gs pos="86000">
                <a:srgbClr val="DDEBF8"/>
              </a:gs>
              <a:gs pos="0">
                <a:srgbClr val="DDEBF8"/>
              </a:gs>
              <a:gs pos="100000">
                <a:srgbClr val="CFE3F5"/>
              </a:gs>
              <a:gs pos="100000">
                <a:srgbClr val="A6CAED"/>
              </a:gs>
            </a:gsLst>
            <a:lin ang="540000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C9C72C0D-EC04-F8C5-A35B-9FEEE4C943A1}"/>
              </a:ext>
            </a:extLst>
          </p:cNvPr>
          <p:cNvSpPr/>
          <p:nvPr/>
        </p:nvSpPr>
        <p:spPr>
          <a:xfrm>
            <a:off x="4289705" y="587755"/>
            <a:ext cx="3619504" cy="1976683"/>
          </a:xfrm>
          <a:prstGeom prst="roundRect">
            <a:avLst>
              <a:gd name="adj" fmla="val 185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ED4A0-448C-2821-90FC-8E5D0AD02DC5}"/>
              </a:ext>
            </a:extLst>
          </p:cNvPr>
          <p:cNvSpPr>
            <a:spLocks noGrp="1"/>
          </p:cNvSpPr>
          <p:nvPr>
            <p:ph type="title"/>
          </p:nvPr>
        </p:nvSpPr>
        <p:spPr/>
        <p:txBody>
          <a:bodyPr/>
          <a:lstStyle/>
          <a:p>
            <a:r>
              <a:rPr lang="en-US" dirty="0"/>
              <a:t>Governance</a:t>
            </a:r>
          </a:p>
        </p:txBody>
      </p:sp>
      <p:sp>
        <p:nvSpPr>
          <p:cNvPr id="10" name="Rounded Rectangle 9">
            <a:extLst>
              <a:ext uri="{FF2B5EF4-FFF2-40B4-BE49-F238E27FC236}">
                <a16:creationId xmlns:a16="http://schemas.microsoft.com/office/drawing/2014/main" id="{16F164B3-C8F9-1172-137E-DEFE9F81FEEE}"/>
              </a:ext>
            </a:extLst>
          </p:cNvPr>
          <p:cNvSpPr/>
          <p:nvPr/>
        </p:nvSpPr>
        <p:spPr>
          <a:xfrm>
            <a:off x="680280" y="5094801"/>
            <a:ext cx="831084" cy="1355871"/>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5C5E1C97-6034-1A12-FCB2-ABCEFA5724F1}"/>
              </a:ext>
            </a:extLst>
          </p:cNvPr>
          <p:cNvSpPr/>
          <p:nvPr/>
        </p:nvSpPr>
        <p:spPr>
          <a:xfrm>
            <a:off x="1584433" y="5094800"/>
            <a:ext cx="831084" cy="1355871"/>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45A25E4C-180D-9359-8BD1-0146580E7261}"/>
              </a:ext>
            </a:extLst>
          </p:cNvPr>
          <p:cNvSpPr/>
          <p:nvPr/>
        </p:nvSpPr>
        <p:spPr>
          <a:xfrm>
            <a:off x="2488586" y="5094800"/>
            <a:ext cx="831084" cy="1355871"/>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FB6030BE-BE73-3821-D4E6-7421CDD85D37}"/>
              </a:ext>
            </a:extLst>
          </p:cNvPr>
          <p:cNvSpPr/>
          <p:nvPr/>
        </p:nvSpPr>
        <p:spPr>
          <a:xfrm>
            <a:off x="3392739" y="5094799"/>
            <a:ext cx="831084" cy="1355871"/>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4EB9E516-F79A-4402-A437-ADB08131129C}"/>
              </a:ext>
            </a:extLst>
          </p:cNvPr>
          <p:cNvSpPr/>
          <p:nvPr/>
        </p:nvSpPr>
        <p:spPr>
          <a:xfrm>
            <a:off x="4296892" y="5094799"/>
            <a:ext cx="831084" cy="1355871"/>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5D5B1AA5-7E59-7738-9E29-73359B137F98}"/>
              </a:ext>
            </a:extLst>
          </p:cNvPr>
          <p:cNvSpPr/>
          <p:nvPr/>
        </p:nvSpPr>
        <p:spPr>
          <a:xfrm>
            <a:off x="727779" y="5635561"/>
            <a:ext cx="4348943" cy="659568"/>
          </a:xfrm>
          <a:prstGeom prst="roundRect">
            <a:avLst>
              <a:gd name="adj" fmla="val 6003"/>
            </a:avLst>
          </a:prstGeom>
          <a:solidFill>
            <a:srgbClr val="163E64">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t>Developer Communities</a:t>
            </a:r>
          </a:p>
        </p:txBody>
      </p:sp>
      <p:sp>
        <p:nvSpPr>
          <p:cNvPr id="16" name="Rounded Rectangle 15">
            <a:extLst>
              <a:ext uri="{FF2B5EF4-FFF2-40B4-BE49-F238E27FC236}">
                <a16:creationId xmlns:a16="http://schemas.microsoft.com/office/drawing/2014/main" id="{23B67136-3923-7A95-489B-689239F2E01C}"/>
              </a:ext>
            </a:extLst>
          </p:cNvPr>
          <p:cNvSpPr/>
          <p:nvPr/>
        </p:nvSpPr>
        <p:spPr>
          <a:xfrm>
            <a:off x="730132" y="3013502"/>
            <a:ext cx="4348943" cy="659568"/>
          </a:xfrm>
          <a:prstGeom prst="roundRect">
            <a:avLst>
              <a:gd name="adj" fmla="val 6003"/>
            </a:avLst>
          </a:prstGeom>
          <a:solidFill>
            <a:srgbClr val="A6C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tx1"/>
                </a:solidFill>
              </a:rPr>
              <a:t>Technical Advisory Council (TAC)</a:t>
            </a:r>
          </a:p>
        </p:txBody>
      </p:sp>
      <p:sp>
        <p:nvSpPr>
          <p:cNvPr id="18" name="Rounded Rectangle 17">
            <a:extLst>
              <a:ext uri="{FF2B5EF4-FFF2-40B4-BE49-F238E27FC236}">
                <a16:creationId xmlns:a16="http://schemas.microsoft.com/office/drawing/2014/main" id="{3509664A-8B76-2153-43F7-DF856E4FBEB0}"/>
              </a:ext>
            </a:extLst>
          </p:cNvPr>
          <p:cNvSpPr/>
          <p:nvPr/>
        </p:nvSpPr>
        <p:spPr>
          <a:xfrm>
            <a:off x="7251239" y="3013502"/>
            <a:ext cx="4348943" cy="659568"/>
          </a:xfrm>
          <a:prstGeom prst="roundRect">
            <a:avLst>
              <a:gd name="adj" fmla="val 6003"/>
            </a:avLst>
          </a:prstGeom>
          <a:solidFill>
            <a:srgbClr val="A6CAED">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Outreach Committee</a:t>
            </a:r>
          </a:p>
        </p:txBody>
      </p:sp>
      <p:sp>
        <p:nvSpPr>
          <p:cNvPr id="4" name="Rounded Rectangle 3">
            <a:extLst>
              <a:ext uri="{FF2B5EF4-FFF2-40B4-BE49-F238E27FC236}">
                <a16:creationId xmlns:a16="http://schemas.microsoft.com/office/drawing/2014/main" id="{AA5CE0AF-35CB-50E0-97DF-81943C30D33C}"/>
              </a:ext>
            </a:extLst>
          </p:cNvPr>
          <p:cNvSpPr/>
          <p:nvPr/>
        </p:nvSpPr>
        <p:spPr>
          <a:xfrm>
            <a:off x="4362156" y="657942"/>
            <a:ext cx="3467687" cy="659568"/>
          </a:xfrm>
          <a:prstGeom prst="roundRect">
            <a:avLst>
              <a:gd name="adj" fmla="val 6003"/>
            </a:avLst>
          </a:prstGeom>
          <a:solidFill>
            <a:srgbClr val="4F95D9">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Governing Board (GB)</a:t>
            </a:r>
          </a:p>
        </p:txBody>
      </p:sp>
      <p:sp>
        <p:nvSpPr>
          <p:cNvPr id="6" name="TextBox 5">
            <a:extLst>
              <a:ext uri="{FF2B5EF4-FFF2-40B4-BE49-F238E27FC236}">
                <a16:creationId xmlns:a16="http://schemas.microsoft.com/office/drawing/2014/main" id="{98A435DD-08A4-82F9-7ADB-45DAD3524671}"/>
              </a:ext>
            </a:extLst>
          </p:cNvPr>
          <p:cNvSpPr txBox="1"/>
          <p:nvPr/>
        </p:nvSpPr>
        <p:spPr>
          <a:xfrm>
            <a:off x="4362156" y="1336364"/>
            <a:ext cx="34676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Strategy &amp; Priorities</a:t>
            </a:r>
          </a:p>
          <a:p>
            <a:pPr marL="285750" indent="-285750">
              <a:buFont typeface="Arial" panose="020B0604020202020204" pitchFamily="34" charset="0"/>
              <a:buChar char="•"/>
            </a:pPr>
            <a:r>
              <a:rPr lang="en-US" dirty="0"/>
              <a:t>Budget</a:t>
            </a:r>
          </a:p>
          <a:p>
            <a:pPr marL="285750" indent="-285750">
              <a:buFont typeface="Arial" panose="020B0604020202020204" pitchFamily="34" charset="0"/>
              <a:buChar char="•"/>
            </a:pPr>
            <a:r>
              <a:rPr lang="en-US" dirty="0"/>
              <a:t>Marketing Strategy &amp; Events</a:t>
            </a:r>
          </a:p>
          <a:p>
            <a:pPr marL="285750" indent="-285750">
              <a:buFont typeface="Arial" panose="020B0604020202020204" pitchFamily="34" charset="0"/>
              <a:buChar char="•"/>
            </a:pPr>
            <a:r>
              <a:rPr lang="en-US" dirty="0"/>
              <a:t>Legal &amp; overall governance</a:t>
            </a:r>
          </a:p>
        </p:txBody>
      </p:sp>
      <p:sp>
        <p:nvSpPr>
          <p:cNvPr id="7" name="TextBox 6">
            <a:extLst>
              <a:ext uri="{FF2B5EF4-FFF2-40B4-BE49-F238E27FC236}">
                <a16:creationId xmlns:a16="http://schemas.microsoft.com/office/drawing/2014/main" id="{506C3CCC-F98D-24F0-BADC-24D731BA641F}"/>
              </a:ext>
            </a:extLst>
          </p:cNvPr>
          <p:cNvSpPr txBox="1"/>
          <p:nvPr/>
        </p:nvSpPr>
        <p:spPr>
          <a:xfrm>
            <a:off x="727779" y="3738271"/>
            <a:ext cx="4348943" cy="1200329"/>
          </a:xfrm>
          <a:prstGeom prst="rect">
            <a:avLst/>
          </a:prstGeom>
          <a:noFill/>
        </p:spPr>
        <p:txBody>
          <a:bodyPr wrap="square" rtlCol="0">
            <a:spAutoFit/>
          </a:bodyPr>
          <a:lstStyle/>
          <a:p>
            <a:pPr marL="285750" indent="-285750">
              <a:buFont typeface="Arial" panose="020B0604020202020204" pitchFamily="34" charset="0"/>
              <a:buChar char="•"/>
            </a:pPr>
            <a:r>
              <a:rPr lang="en-US" dirty="0"/>
              <a:t>Cross-project collaboration</a:t>
            </a:r>
          </a:p>
          <a:p>
            <a:pPr marL="285750" indent="-285750">
              <a:buFont typeface="Arial" panose="020B0604020202020204" pitchFamily="34" charset="0"/>
              <a:buChar char="•"/>
            </a:pPr>
            <a:r>
              <a:rPr lang="en-US" dirty="0"/>
              <a:t>Project Lifecycle</a:t>
            </a:r>
          </a:p>
          <a:p>
            <a:pPr marL="285750" indent="-285750">
              <a:buFont typeface="Arial" panose="020B0604020202020204" pitchFamily="34" charset="0"/>
              <a:buChar char="•"/>
            </a:pPr>
            <a:r>
              <a:rPr lang="en-US" dirty="0"/>
              <a:t>Management</a:t>
            </a:r>
          </a:p>
          <a:p>
            <a:pPr marL="285750" indent="-285750">
              <a:buFont typeface="Arial" panose="020B0604020202020204" pitchFamily="34" charset="0"/>
              <a:buChar char="•"/>
            </a:pPr>
            <a:r>
              <a:rPr lang="en-US" dirty="0"/>
              <a:t>Developer Voice to GB</a:t>
            </a:r>
          </a:p>
        </p:txBody>
      </p:sp>
      <p:sp>
        <p:nvSpPr>
          <p:cNvPr id="8" name="TextBox 7">
            <a:extLst>
              <a:ext uri="{FF2B5EF4-FFF2-40B4-BE49-F238E27FC236}">
                <a16:creationId xmlns:a16="http://schemas.microsoft.com/office/drawing/2014/main" id="{691BE8AC-BC2F-8C62-D78F-60F57C8DA9F7}"/>
              </a:ext>
            </a:extLst>
          </p:cNvPr>
          <p:cNvSpPr txBox="1"/>
          <p:nvPr/>
        </p:nvSpPr>
        <p:spPr>
          <a:xfrm>
            <a:off x="7271866" y="3738271"/>
            <a:ext cx="4348943" cy="2031325"/>
          </a:xfrm>
          <a:prstGeom prst="rect">
            <a:avLst/>
          </a:prstGeom>
          <a:noFill/>
        </p:spPr>
        <p:txBody>
          <a:bodyPr wrap="square" rtlCol="0">
            <a:spAutoFit/>
          </a:bodyPr>
          <a:lstStyle/>
          <a:p>
            <a:pPr marL="285750" indent="-285750">
              <a:buFont typeface="Arial" panose="020B0604020202020204" pitchFamily="34" charset="0"/>
              <a:buChar char="•"/>
            </a:pPr>
            <a:r>
              <a:rPr lang="en-US" dirty="0"/>
              <a:t>Annual Marketing Plan</a:t>
            </a:r>
          </a:p>
          <a:p>
            <a:pPr marL="285750" indent="-285750">
              <a:buFont typeface="Arial" panose="020B0604020202020204" pitchFamily="34" charset="0"/>
              <a:buChar char="•"/>
            </a:pPr>
            <a:r>
              <a:rPr lang="en-US" dirty="0"/>
              <a:t>PR &amp; Social Media</a:t>
            </a:r>
          </a:p>
          <a:p>
            <a:pPr marL="285750" indent="-285750">
              <a:buFont typeface="Arial" panose="020B0604020202020204" pitchFamily="34" charset="0"/>
              <a:buChar char="•"/>
            </a:pPr>
            <a:r>
              <a:rPr lang="en-US" dirty="0"/>
              <a:t>Events</a:t>
            </a:r>
          </a:p>
          <a:p>
            <a:pPr marL="285750" indent="-285750">
              <a:buFont typeface="Arial" panose="020B0604020202020204" pitchFamily="34" charset="0"/>
              <a:buChar char="•"/>
            </a:pPr>
            <a:r>
              <a:rPr lang="en-US" dirty="0"/>
              <a:t>Content/Web</a:t>
            </a:r>
          </a:p>
          <a:p>
            <a:pPr marL="285750" indent="-285750">
              <a:buFont typeface="Arial" panose="020B0604020202020204" pitchFamily="34" charset="0"/>
              <a:buChar char="•"/>
            </a:pPr>
            <a:r>
              <a:rPr lang="en-US" dirty="0"/>
              <a:t>Branding</a:t>
            </a:r>
          </a:p>
          <a:p>
            <a:pPr marL="285750" indent="-285750">
              <a:buFont typeface="Arial" panose="020B0604020202020204" pitchFamily="34" charset="0"/>
              <a:buChar char="•"/>
            </a:pPr>
            <a:r>
              <a:rPr lang="en-US" dirty="0"/>
              <a:t>Market Development</a:t>
            </a:r>
          </a:p>
          <a:p>
            <a:pPr marL="285750" indent="-285750">
              <a:buFont typeface="Arial" panose="020B0604020202020204" pitchFamily="34" charset="0"/>
              <a:buChar char="•"/>
            </a:pPr>
            <a:r>
              <a:rPr lang="en-US" dirty="0"/>
              <a:t>Ambassadors</a:t>
            </a:r>
          </a:p>
        </p:txBody>
      </p:sp>
      <p:sp>
        <p:nvSpPr>
          <p:cNvPr id="9" name="TextBox 8">
            <a:extLst>
              <a:ext uri="{FF2B5EF4-FFF2-40B4-BE49-F238E27FC236}">
                <a16:creationId xmlns:a16="http://schemas.microsoft.com/office/drawing/2014/main" id="{233B6290-A5E4-0234-827C-E79723E8C10E}"/>
              </a:ext>
            </a:extLst>
          </p:cNvPr>
          <p:cNvSpPr txBox="1"/>
          <p:nvPr/>
        </p:nvSpPr>
        <p:spPr>
          <a:xfrm>
            <a:off x="680280" y="5125190"/>
            <a:ext cx="831084" cy="276999"/>
          </a:xfrm>
          <a:prstGeom prst="rect">
            <a:avLst/>
          </a:prstGeom>
          <a:noFill/>
        </p:spPr>
        <p:txBody>
          <a:bodyPr wrap="square" rtlCol="0">
            <a:spAutoFit/>
          </a:bodyPr>
          <a:lstStyle/>
          <a:p>
            <a:pPr algn="ctr"/>
            <a:r>
              <a:rPr lang="en-US" sz="1200" dirty="0"/>
              <a:t>Gardener</a:t>
            </a:r>
          </a:p>
        </p:txBody>
      </p:sp>
      <p:sp>
        <p:nvSpPr>
          <p:cNvPr id="17" name="TextBox 16">
            <a:extLst>
              <a:ext uri="{FF2B5EF4-FFF2-40B4-BE49-F238E27FC236}">
                <a16:creationId xmlns:a16="http://schemas.microsoft.com/office/drawing/2014/main" id="{BFA922A8-FFCD-091B-F1AD-3F7BD826FBCA}"/>
              </a:ext>
            </a:extLst>
          </p:cNvPr>
          <p:cNvSpPr txBox="1"/>
          <p:nvPr/>
        </p:nvSpPr>
        <p:spPr>
          <a:xfrm>
            <a:off x="1583663" y="5125190"/>
            <a:ext cx="831084" cy="276999"/>
          </a:xfrm>
          <a:prstGeom prst="rect">
            <a:avLst/>
          </a:prstGeom>
          <a:noFill/>
        </p:spPr>
        <p:txBody>
          <a:bodyPr wrap="square" rtlCol="0">
            <a:spAutoFit/>
          </a:bodyPr>
          <a:lstStyle/>
          <a:p>
            <a:pPr algn="ctr"/>
            <a:r>
              <a:rPr lang="en-US" sz="1200" dirty="0" err="1"/>
              <a:t>IronCore</a:t>
            </a:r>
            <a:endParaRPr lang="en-US" sz="1200" dirty="0"/>
          </a:p>
        </p:txBody>
      </p:sp>
      <p:sp>
        <p:nvSpPr>
          <p:cNvPr id="19" name="TextBox 18">
            <a:extLst>
              <a:ext uri="{FF2B5EF4-FFF2-40B4-BE49-F238E27FC236}">
                <a16:creationId xmlns:a16="http://schemas.microsoft.com/office/drawing/2014/main" id="{00AD1526-7530-BA07-06EB-2E8C6978A088}"/>
              </a:ext>
            </a:extLst>
          </p:cNvPr>
          <p:cNvSpPr txBox="1"/>
          <p:nvPr/>
        </p:nvSpPr>
        <p:spPr>
          <a:xfrm>
            <a:off x="2487046" y="5125190"/>
            <a:ext cx="831084" cy="276999"/>
          </a:xfrm>
          <a:prstGeom prst="rect">
            <a:avLst/>
          </a:prstGeom>
          <a:noFill/>
        </p:spPr>
        <p:txBody>
          <a:bodyPr wrap="square" rtlCol="0">
            <a:spAutoFit/>
          </a:bodyPr>
          <a:lstStyle/>
          <a:p>
            <a:pPr algn="ctr"/>
            <a:r>
              <a:rPr lang="en-US" sz="1200" dirty="0" err="1"/>
              <a:t>Katalis</a:t>
            </a:r>
            <a:endParaRPr lang="en-US" sz="1200" dirty="0"/>
          </a:p>
        </p:txBody>
      </p:sp>
      <p:sp>
        <p:nvSpPr>
          <p:cNvPr id="20" name="TextBox 19">
            <a:extLst>
              <a:ext uri="{FF2B5EF4-FFF2-40B4-BE49-F238E27FC236}">
                <a16:creationId xmlns:a16="http://schemas.microsoft.com/office/drawing/2014/main" id="{F71C3435-DBF5-792E-AF95-94348728D4FC}"/>
              </a:ext>
            </a:extLst>
          </p:cNvPr>
          <p:cNvSpPr txBox="1"/>
          <p:nvPr/>
        </p:nvSpPr>
        <p:spPr>
          <a:xfrm>
            <a:off x="3357378" y="5125190"/>
            <a:ext cx="904110" cy="276999"/>
          </a:xfrm>
          <a:prstGeom prst="rect">
            <a:avLst/>
          </a:prstGeom>
          <a:noFill/>
        </p:spPr>
        <p:txBody>
          <a:bodyPr wrap="square" rtlCol="0">
            <a:spAutoFit/>
          </a:bodyPr>
          <a:lstStyle/>
          <a:p>
            <a:pPr algn="ctr"/>
            <a:r>
              <a:rPr lang="en-US" sz="1200" dirty="0" err="1"/>
              <a:t>CobalCore</a:t>
            </a:r>
            <a:endParaRPr lang="en-US" sz="1200" dirty="0"/>
          </a:p>
        </p:txBody>
      </p:sp>
      <p:sp>
        <p:nvSpPr>
          <p:cNvPr id="21" name="TextBox 20">
            <a:extLst>
              <a:ext uri="{FF2B5EF4-FFF2-40B4-BE49-F238E27FC236}">
                <a16:creationId xmlns:a16="http://schemas.microsoft.com/office/drawing/2014/main" id="{9EDC215D-4D32-F7EE-99B5-FE8A47048C3E}"/>
              </a:ext>
            </a:extLst>
          </p:cNvPr>
          <p:cNvSpPr txBox="1"/>
          <p:nvPr/>
        </p:nvSpPr>
        <p:spPr>
          <a:xfrm>
            <a:off x="4293812" y="5125190"/>
            <a:ext cx="831084" cy="276999"/>
          </a:xfrm>
          <a:prstGeom prst="rect">
            <a:avLst/>
          </a:prstGeom>
          <a:noFill/>
        </p:spPr>
        <p:txBody>
          <a:bodyPr wrap="square" rtlCol="0">
            <a:spAutoFit/>
          </a:bodyPr>
          <a:lstStyle/>
          <a:p>
            <a:pPr algn="ctr"/>
            <a:r>
              <a:rPr lang="en-US" sz="1200" dirty="0"/>
              <a:t>etc.</a:t>
            </a:r>
          </a:p>
        </p:txBody>
      </p:sp>
      <p:cxnSp>
        <p:nvCxnSpPr>
          <p:cNvPr id="34" name="Straight Connector 33">
            <a:extLst>
              <a:ext uri="{FF2B5EF4-FFF2-40B4-BE49-F238E27FC236}">
                <a16:creationId xmlns:a16="http://schemas.microsoft.com/office/drawing/2014/main" id="{7A7CEAE3-66C1-8F05-10D5-346C5FC75A84}"/>
              </a:ext>
            </a:extLst>
          </p:cNvPr>
          <p:cNvCxnSpPr/>
          <p:nvPr/>
        </p:nvCxnSpPr>
        <p:spPr>
          <a:xfrm>
            <a:off x="7829843" y="976393"/>
            <a:ext cx="1655120" cy="2037109"/>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AF4A0E2A-3D3F-8E9A-9FB6-1BFA796D13FD}"/>
              </a:ext>
            </a:extLst>
          </p:cNvPr>
          <p:cNvCxnSpPr>
            <a:stCxn id="4" idx="1"/>
            <a:endCxn id="16" idx="0"/>
          </p:cNvCxnSpPr>
          <p:nvPr/>
        </p:nvCxnSpPr>
        <p:spPr>
          <a:xfrm flipH="1">
            <a:off x="2904604" y="987726"/>
            <a:ext cx="1457552" cy="202577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4931560"/>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56CF82-CDA9-764D-2982-60BE7E9803F5}"/>
            </a:ext>
          </a:extLst>
        </p:cNvPr>
        <p:cNvGrpSpPr/>
        <p:nvPr/>
      </p:nvGrpSpPr>
      <p:grpSpPr>
        <a:xfrm>
          <a:off x="0" y="0"/>
          <a:ext cx="0" cy="0"/>
          <a:chOff x="0" y="0"/>
          <a:chExt cx="0" cy="0"/>
        </a:xfrm>
      </p:grpSpPr>
      <p:pic>
        <p:nvPicPr>
          <p:cNvPr id="16" name="Graphic 15">
            <a:extLst>
              <a:ext uri="{FF2B5EF4-FFF2-40B4-BE49-F238E27FC236}">
                <a16:creationId xmlns:a16="http://schemas.microsoft.com/office/drawing/2014/main" id="{204DD346-B6E3-6C4B-3C5B-A21CF4D7A1DD}"/>
              </a:ext>
            </a:extLst>
          </p:cNvPr>
          <p:cNvPicPr>
            <a:picLocks noChangeAspect="1"/>
          </p:cNvPicPr>
          <p:nvPr/>
        </p:nvPicPr>
        <p:blipFill>
          <a:blip r:embed="rId2"/>
          <a:srcRect/>
          <a:stretch/>
        </p:blipFill>
        <p:spPr>
          <a:xfrm>
            <a:off x="3141817" y="4805747"/>
            <a:ext cx="5908363" cy="859631"/>
          </a:xfrm>
          <a:prstGeom prst="rect">
            <a:avLst/>
          </a:prstGeom>
        </p:spPr>
      </p:pic>
      <p:pic>
        <p:nvPicPr>
          <p:cNvPr id="17" name="Graphic 16">
            <a:extLst>
              <a:ext uri="{FF2B5EF4-FFF2-40B4-BE49-F238E27FC236}">
                <a16:creationId xmlns:a16="http://schemas.microsoft.com/office/drawing/2014/main" id="{703A6E16-32EA-5667-E7B2-631E8C508855}"/>
              </a:ext>
            </a:extLst>
          </p:cNvPr>
          <p:cNvPicPr>
            <a:picLocks noChangeAspect="1"/>
          </p:cNvPicPr>
          <p:nvPr/>
        </p:nvPicPr>
        <p:blipFill>
          <a:blip r:embed="rId3"/>
          <a:srcRect/>
          <a:stretch/>
        </p:blipFill>
        <p:spPr>
          <a:xfrm>
            <a:off x="10889178" y="4696332"/>
            <a:ext cx="1327536" cy="2186382"/>
          </a:xfrm>
          <a:prstGeom prst="rect">
            <a:avLst/>
          </a:prstGeom>
        </p:spPr>
      </p:pic>
      <p:pic>
        <p:nvPicPr>
          <p:cNvPr id="3" name="Picture 2" descr="A black background with white dots&#10;&#10;AI-generated content may be incorrect.">
            <a:extLst>
              <a:ext uri="{FF2B5EF4-FFF2-40B4-BE49-F238E27FC236}">
                <a16:creationId xmlns:a16="http://schemas.microsoft.com/office/drawing/2014/main" id="{B0AA8ADF-1436-9445-12D2-BAB9AC5EB062}"/>
              </a:ext>
            </a:extLst>
          </p:cNvPr>
          <p:cNvPicPr>
            <a:picLocks noChangeAspect="1"/>
          </p:cNvPicPr>
          <p:nvPr/>
        </p:nvPicPr>
        <p:blipFill>
          <a:blip r:embed="rId4"/>
          <a:stretch>
            <a:fillRect/>
          </a:stretch>
        </p:blipFill>
        <p:spPr>
          <a:xfrm>
            <a:off x="4479284" y="1349724"/>
            <a:ext cx="3233428" cy="3233428"/>
          </a:xfrm>
          <a:prstGeom prst="rect">
            <a:avLst/>
          </a:prstGeom>
        </p:spPr>
      </p:pic>
    </p:spTree>
    <p:extLst>
      <p:ext uri="{BB962C8B-B14F-4D97-AF65-F5344CB8AC3E}">
        <p14:creationId xmlns:p14="http://schemas.microsoft.com/office/powerpoint/2010/main" val="2134995500"/>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15924</TotalTime>
  <Words>317</Words>
  <Application>Microsoft Macintosh PowerPoint</Application>
  <PresentationFormat>Widescreen</PresentationFormat>
  <Paragraphs>70</Paragraphs>
  <Slides>11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(Body)</vt:lpstr>
      <vt:lpstr>Aptos Display</vt:lpstr>
      <vt:lpstr>Arial</vt:lpstr>
      <vt:lpstr>Helvetica Neue</vt:lpstr>
      <vt:lpstr>Office Theme</vt:lpstr>
      <vt:lpstr>PowerPoint Presentation</vt:lpstr>
      <vt:lpstr>Antitrust Policy Notice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Governance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Helmke</dc:creator>
  <cp:lastModifiedBy>Anna Helmke</cp:lastModifiedBy>
  <cp:revision>6</cp:revision>
  <dcterms:created xsi:type="dcterms:W3CDTF">2026-03-04T13:51:43Z</dcterms:created>
  <dcterms:modified xsi:type="dcterms:W3CDTF">2026-06-16T09:03:34Z</dcterms:modified>
</cp:coreProperties>
</file>