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4" r:id="rId2"/>
    <p:sldId id="323" r:id="rId3"/>
    <p:sldId id="267" r:id="rId4"/>
    <p:sldId id="289" r:id="rId5"/>
    <p:sldId id="271" r:id="rId6"/>
    <p:sldId id="304" r:id="rId7"/>
    <p:sldId id="273" r:id="rId8"/>
    <p:sldId id="298" r:id="rId9"/>
    <p:sldId id="307" r:id="rId10"/>
    <p:sldId id="275" r:id="rId11"/>
    <p:sldId id="326" r:id="rId12"/>
    <p:sldId id="324" r:id="rId13"/>
    <p:sldId id="325"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CAEE"/>
    <a:srgbClr val="163E64"/>
    <a:srgbClr val="4F95D9"/>
    <a:srgbClr val="A6CAED"/>
    <a:srgbClr val="DDEBF8"/>
    <a:srgbClr val="F6FBFF"/>
    <a:srgbClr val="F5FAFF"/>
    <a:srgbClr val="F2F2F2"/>
    <a:srgbClr val="0D5DDF"/>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03E6DD-E16B-6242-8B0A-1422AF110278}" v="11" dt="2026-08-27T11:14:05.9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038"/>
    <p:restoredTop sz="94748"/>
  </p:normalViewPr>
  <p:slideViewPr>
    <p:cSldViewPr snapToGrid="0">
      <p:cViewPr>
        <p:scale>
          <a:sx n="65" d="100"/>
          <a:sy n="65" d="100"/>
        </p:scale>
        <p:origin x="976" y="1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8D1FFF-3B6F-A440-B2E7-D2C34C2609DB}" type="datetimeFigureOut">
              <a:rPr lang="en-US" smtClean="0"/>
              <a:t>8/27/26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C7977E-D206-0644-9C2D-F055898E797E}" type="slidenum">
              <a:rPr lang="en-US" smtClean="0"/>
              <a:t>‹#›</a:t>
            </a:fld>
            <a:endParaRPr lang="en-US"/>
          </a:p>
        </p:txBody>
      </p:sp>
    </p:spTree>
    <p:extLst>
      <p:ext uri="{BB962C8B-B14F-4D97-AF65-F5344CB8AC3E}">
        <p14:creationId xmlns:p14="http://schemas.microsoft.com/office/powerpoint/2010/main" val="3338908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de-DE" b="1" dirty="0"/>
              <a:t>THIS SLIDE IS MANDATORY!</a:t>
            </a:r>
            <a:endParaRPr lang="en-US" b="1" dirty="0"/>
          </a:p>
        </p:txBody>
      </p:sp>
    </p:spTree>
    <p:extLst>
      <p:ext uri="{BB962C8B-B14F-4D97-AF65-F5344CB8AC3E}">
        <p14:creationId xmlns:p14="http://schemas.microsoft.com/office/powerpoint/2010/main" val="838490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DCD46-FF84-D880-B767-A16441608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3B71-49A4-ACC5-19D6-75A2F7AA9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C02F-4B08-D1B2-909E-4CC7A7579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BBA32E-D5B5-AE40-1CB1-461DB98EFE51}"/>
              </a:ext>
            </a:extLst>
          </p:cNvPr>
          <p:cNvSpPr>
            <a:spLocks noGrp="1"/>
          </p:cNvSpPr>
          <p:nvPr>
            <p:ph type="sldNum" sz="quarter" idx="5"/>
          </p:nvPr>
        </p:nvSpPr>
        <p:spPr/>
        <p:txBody>
          <a:bodyPr/>
          <a:lstStyle/>
          <a:p>
            <a:fld id="{C2C7977E-D206-0644-9C2D-F055898E797E}" type="slidenum">
              <a:rPr lang="en-US" smtClean="0"/>
              <a:t>4</a:t>
            </a:fld>
            <a:endParaRPr lang="en-US"/>
          </a:p>
        </p:txBody>
      </p:sp>
    </p:spTree>
    <p:extLst>
      <p:ext uri="{BB962C8B-B14F-4D97-AF65-F5344CB8AC3E}">
        <p14:creationId xmlns:p14="http://schemas.microsoft.com/office/powerpoint/2010/main" val="412380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0797-E692-9132-7DD1-89230CBE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52DD1-51E6-EFA5-9DF2-65A9B66CC9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8F133-6347-76E2-80FF-FF26E6443B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A98EC9-886C-19FB-BB4F-0BF7803E3AC1}"/>
              </a:ext>
            </a:extLst>
          </p:cNvPr>
          <p:cNvSpPr>
            <a:spLocks noGrp="1"/>
          </p:cNvSpPr>
          <p:nvPr>
            <p:ph type="sldNum" sz="quarter" idx="5"/>
          </p:nvPr>
        </p:nvSpPr>
        <p:spPr/>
        <p:txBody>
          <a:bodyPr/>
          <a:lstStyle/>
          <a:p>
            <a:fld id="{C2C7977E-D206-0644-9C2D-F055898E797E}" type="slidenum">
              <a:rPr lang="en-US" smtClean="0"/>
              <a:t>8</a:t>
            </a:fld>
            <a:endParaRPr lang="en-US"/>
          </a:p>
        </p:txBody>
      </p:sp>
    </p:spTree>
    <p:extLst>
      <p:ext uri="{BB962C8B-B14F-4D97-AF65-F5344CB8AC3E}">
        <p14:creationId xmlns:p14="http://schemas.microsoft.com/office/powerpoint/2010/main" val="3342959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ACB59-3023-7C2B-2FA9-873097180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81AF6-A6B4-BAF4-F804-28338EC5D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9B2C6-AA83-47DC-FA68-59E9189775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6AC5F5-ABEB-4917-D48C-E152DDA468E2}"/>
              </a:ext>
            </a:extLst>
          </p:cNvPr>
          <p:cNvSpPr>
            <a:spLocks noGrp="1"/>
          </p:cNvSpPr>
          <p:nvPr>
            <p:ph type="sldNum" sz="quarter" idx="5"/>
          </p:nvPr>
        </p:nvSpPr>
        <p:spPr/>
        <p:txBody>
          <a:bodyPr/>
          <a:lstStyle/>
          <a:p>
            <a:fld id="{C2C7977E-D206-0644-9C2D-F055898E797E}" type="slidenum">
              <a:rPr lang="en-US" smtClean="0"/>
              <a:t>9</a:t>
            </a:fld>
            <a:endParaRPr lang="en-US"/>
          </a:p>
        </p:txBody>
      </p:sp>
    </p:spTree>
    <p:extLst>
      <p:ext uri="{BB962C8B-B14F-4D97-AF65-F5344CB8AC3E}">
        <p14:creationId xmlns:p14="http://schemas.microsoft.com/office/powerpoint/2010/main" val="8132378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pic>
        <p:nvPicPr>
          <p:cNvPr id="2" name="Picture 1">
            <a:extLst>
              <a:ext uri="{FF2B5EF4-FFF2-40B4-BE49-F238E27FC236}">
                <a16:creationId xmlns:a16="http://schemas.microsoft.com/office/drawing/2014/main" id="{44E80148-71FD-FA57-58F2-47F919EA668A}"/>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1687471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D5456CD5-AC5E-5BBB-F90F-676792B9C02D}"/>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41470056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Online Image Placeholder 2">
            <a:extLst>
              <a:ext uri="{FF2B5EF4-FFF2-40B4-BE49-F238E27FC236}">
                <a16:creationId xmlns:a16="http://schemas.microsoft.com/office/drawing/2014/main" id="{10EBD649-AA08-26F6-66FA-3CAC6123F77F}"/>
              </a:ext>
            </a:extLst>
          </p:cNvPr>
          <p:cNvSpPr>
            <a:spLocks noGrp="1"/>
          </p:cNvSpPr>
          <p:nvPr>
            <p:ph type="clipArt" sz="quarter" idx="14"/>
          </p:nvPr>
        </p:nvSpPr>
        <p:spPr>
          <a:xfrm>
            <a:off x="5765800" y="1979613"/>
            <a:ext cx="6056313" cy="4119562"/>
          </a:xfrm>
        </p:spPr>
        <p:txBody>
          <a:bodyPr/>
          <a:lstStyle/>
          <a:p>
            <a:endParaRPr lang="en-US"/>
          </a:p>
        </p:txBody>
      </p:sp>
      <p:pic>
        <p:nvPicPr>
          <p:cNvPr id="2" name="Picture 1">
            <a:extLst>
              <a:ext uri="{FF2B5EF4-FFF2-40B4-BE49-F238E27FC236}">
                <a16:creationId xmlns:a16="http://schemas.microsoft.com/office/drawing/2014/main" id="{95A62B41-C763-3C87-9A4B-3B0DCD986F07}"/>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3209786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16B74BB-BA67-32EF-9695-C144D3C75698}"/>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5" name="Footer Placeholder 4">
            <a:extLst>
              <a:ext uri="{FF2B5EF4-FFF2-40B4-BE49-F238E27FC236}">
                <a16:creationId xmlns:a16="http://schemas.microsoft.com/office/drawing/2014/main" id="{DB9F6221-31AB-5C1E-83E4-153E428C01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6D416A-C588-19C1-F166-50142B8813FD}"/>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a:p>
        </p:txBody>
      </p:sp>
      <p:pic>
        <p:nvPicPr>
          <p:cNvPr id="8" name="Picture 7">
            <a:extLst>
              <a:ext uri="{FF2B5EF4-FFF2-40B4-BE49-F238E27FC236}">
                <a16:creationId xmlns:a16="http://schemas.microsoft.com/office/drawing/2014/main" id="{96DF5B25-4E90-5C27-99D5-38CFA7A0E2F0}"/>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38404072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36803402-4C4F-5390-5C22-3622E794F7FD}"/>
              </a:ext>
            </a:extLst>
          </p:cNvPr>
          <p:cNvPicPr>
            <a:picLocks noChangeAspect="1"/>
          </p:cNvPicPr>
          <p:nvPr userDrawn="1"/>
        </p:nvPicPr>
        <p:blipFill>
          <a:blip r:embed="rId2"/>
          <a:stretch>
            <a:fillRect/>
          </a:stretch>
        </p:blipFill>
        <p:spPr>
          <a:xfrm>
            <a:off x="10686547" y="136525"/>
            <a:ext cx="1334505" cy="258891"/>
          </a:xfrm>
          <a:prstGeom prst="rect">
            <a:avLst/>
          </a:prstGeom>
        </p:spPr>
      </p:pic>
    </p:spTree>
    <p:extLst>
      <p:ext uri="{BB962C8B-B14F-4D97-AF65-F5344CB8AC3E}">
        <p14:creationId xmlns:p14="http://schemas.microsoft.com/office/powerpoint/2010/main" val="3821406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Online Image Placeholder 2">
            <a:extLst>
              <a:ext uri="{FF2B5EF4-FFF2-40B4-BE49-F238E27FC236}">
                <a16:creationId xmlns:a16="http://schemas.microsoft.com/office/drawing/2014/main" id="{10EBD649-AA08-26F6-66FA-3CAC6123F77F}"/>
              </a:ext>
            </a:extLst>
          </p:cNvPr>
          <p:cNvSpPr>
            <a:spLocks noGrp="1"/>
          </p:cNvSpPr>
          <p:nvPr>
            <p:ph type="clipArt" sz="quarter" idx="14"/>
          </p:nvPr>
        </p:nvSpPr>
        <p:spPr>
          <a:xfrm>
            <a:off x="5765800" y="1979613"/>
            <a:ext cx="6056313" cy="4119562"/>
          </a:xfrm>
        </p:spPr>
        <p:txBody>
          <a:bodyPr/>
          <a:lstStyle/>
          <a:p>
            <a:endParaRPr lang="en-US"/>
          </a:p>
        </p:txBody>
      </p:sp>
      <p:pic>
        <p:nvPicPr>
          <p:cNvPr id="4" name="Picture 3">
            <a:extLst>
              <a:ext uri="{FF2B5EF4-FFF2-40B4-BE49-F238E27FC236}">
                <a16:creationId xmlns:a16="http://schemas.microsoft.com/office/drawing/2014/main" id="{8716E2AB-01E7-673E-973E-A5330783082F}"/>
              </a:ext>
            </a:extLst>
          </p:cNvPr>
          <p:cNvPicPr>
            <a:picLocks noChangeAspect="1"/>
          </p:cNvPicPr>
          <p:nvPr userDrawn="1"/>
        </p:nvPicPr>
        <p:blipFill>
          <a:blip r:embed="rId2"/>
          <a:stretch>
            <a:fillRect/>
          </a:stretch>
        </p:blipFill>
        <p:spPr>
          <a:xfrm>
            <a:off x="10686547" y="136525"/>
            <a:ext cx="1334505" cy="258891"/>
          </a:xfrm>
          <a:prstGeom prst="rect">
            <a:avLst/>
          </a:prstGeom>
        </p:spPr>
      </p:pic>
    </p:spTree>
    <p:extLst>
      <p:ext uri="{BB962C8B-B14F-4D97-AF65-F5344CB8AC3E}">
        <p14:creationId xmlns:p14="http://schemas.microsoft.com/office/powerpoint/2010/main" val="1051604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16B74BB-BA67-32EF-9695-C144D3C75698}"/>
              </a:ext>
            </a:extLst>
          </p:cNvPr>
          <p:cNvSpPr>
            <a:spLocks noGrp="1"/>
          </p:cNvSpPr>
          <p:nvPr>
            <p:ph type="dt" sz="half" idx="10"/>
          </p:nvPr>
        </p:nvSpPr>
        <p:spPr/>
        <p:txBody>
          <a:bodyPr/>
          <a:lstStyle/>
          <a:p>
            <a:fld id="{C4DB08A1-141E-2C40-B982-1317EBA64EC5}" type="datetimeFigureOut">
              <a:rPr lang="en-US" smtClean="0"/>
              <a:t>8/27/26</a:t>
            </a:fld>
            <a:endParaRPr lang="en-US"/>
          </a:p>
        </p:txBody>
      </p:sp>
      <p:sp>
        <p:nvSpPr>
          <p:cNvPr id="5" name="Footer Placeholder 4">
            <a:extLst>
              <a:ext uri="{FF2B5EF4-FFF2-40B4-BE49-F238E27FC236}">
                <a16:creationId xmlns:a16="http://schemas.microsoft.com/office/drawing/2014/main" id="{DB9F6221-31AB-5C1E-83E4-153E428C01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6D416A-C588-19C1-F166-50142B8813FD}"/>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a:p>
        </p:txBody>
      </p:sp>
      <p:pic>
        <p:nvPicPr>
          <p:cNvPr id="2" name="Picture 1">
            <a:extLst>
              <a:ext uri="{FF2B5EF4-FFF2-40B4-BE49-F238E27FC236}">
                <a16:creationId xmlns:a16="http://schemas.microsoft.com/office/drawing/2014/main" id="{6841523F-674C-1BA7-88C5-ED9F8F3D69CA}"/>
              </a:ext>
            </a:extLst>
          </p:cNvPr>
          <p:cNvPicPr>
            <a:picLocks noChangeAspect="1"/>
          </p:cNvPicPr>
          <p:nvPr userDrawn="1"/>
        </p:nvPicPr>
        <p:blipFill>
          <a:blip r:embed="rId2"/>
          <a:stretch>
            <a:fillRect/>
          </a:stretch>
        </p:blipFill>
        <p:spPr>
          <a:xfrm>
            <a:off x="10686547" y="136525"/>
            <a:ext cx="1334505" cy="258891"/>
          </a:xfrm>
          <a:prstGeom prst="rect">
            <a:avLst/>
          </a:prstGeom>
        </p:spPr>
      </p:pic>
    </p:spTree>
    <p:extLst>
      <p:ext uri="{BB962C8B-B14F-4D97-AF65-F5344CB8AC3E}">
        <p14:creationId xmlns:p14="http://schemas.microsoft.com/office/powerpoint/2010/main" val="4825901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71"/>
        <p:cNvGrpSpPr/>
        <p:nvPr/>
      </p:nvGrpSpPr>
      <p:grpSpPr>
        <a:xfrm>
          <a:off x="0" y="0"/>
          <a:ext cx="0" cy="0"/>
          <a:chOff x="0" y="0"/>
          <a:chExt cx="0" cy="0"/>
        </a:xfrm>
      </p:grpSpPr>
      <p:sp>
        <p:nvSpPr>
          <p:cNvPr id="2" name="Title Placeholder 10">
            <a:extLst>
              <a:ext uri="{FF2B5EF4-FFF2-40B4-BE49-F238E27FC236}">
                <a16:creationId xmlns:a16="http://schemas.microsoft.com/office/drawing/2014/main" id="{EFFD25E4-85F5-21A8-508C-39721715B4F3}"/>
              </a:ext>
            </a:extLst>
          </p:cNvPr>
          <p:cNvSpPr>
            <a:spLocks noGrp="1"/>
          </p:cNvSpPr>
          <p:nvPr>
            <p:ph type="title"/>
          </p:nvPr>
        </p:nvSpPr>
        <p:spPr>
          <a:xfrm>
            <a:off x="838200" y="366185"/>
            <a:ext cx="10515600" cy="1325033"/>
          </a:xfrm>
          <a:prstGeom prst="rect">
            <a:avLst/>
          </a:prstGeom>
        </p:spPr>
        <p:txBody>
          <a:bodyPr vert="horz" lIns="91440" tIns="45720" rIns="91440" bIns="4572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4" name="Text Placeholder 11">
            <a:extLst>
              <a:ext uri="{FF2B5EF4-FFF2-40B4-BE49-F238E27FC236}">
                <a16:creationId xmlns:a16="http://schemas.microsoft.com/office/drawing/2014/main" id="{A9F27D20-B363-4C64-CAA5-B595D7014FE3}"/>
              </a:ext>
            </a:extLst>
          </p:cNvPr>
          <p:cNvSpPr>
            <a:spLocks noGrp="1"/>
          </p:cNvSpPr>
          <p:nvPr>
            <p:ph idx="1"/>
          </p:nvPr>
        </p:nvSpPr>
        <p:spPr>
          <a:xfrm>
            <a:off x="838200" y="1826684"/>
            <a:ext cx="10515600" cy="4349749"/>
          </a:xfrm>
          <a:prstGeom prst="rect">
            <a:avLst/>
          </a:prstGeom>
        </p:spPr>
        <p:txBody>
          <a:bodyPr vert="horz" lIns="91440" tIns="45720" rIns="91440" bIns="45720" rtlCol="0">
            <a:normAutofit/>
          </a:bodyPr>
          <a:lstStyle/>
          <a:p>
            <a:pPr marL="237061" lvl="0" indent="-237061">
              <a:lnSpc>
                <a:spcPct val="90000"/>
              </a:lnSpc>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lvl="0" indent="-101597">
              <a:lnSpc>
                <a:spcPct val="90000"/>
              </a:lnSpc>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lvl="0" indent="-237061">
              <a:lnSpc>
                <a:spcPct val="90000"/>
              </a:lnSpc>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
        <p:nvSpPr>
          <p:cNvPr id="5" name="Slide Number Placeholder 14">
            <a:extLst>
              <a:ext uri="{FF2B5EF4-FFF2-40B4-BE49-F238E27FC236}">
                <a16:creationId xmlns:a16="http://schemas.microsoft.com/office/drawing/2014/main" id="{EE18089A-6AC1-8071-D1E1-EED70EFEBEAC}"/>
              </a:ext>
            </a:extLst>
          </p:cNvPr>
          <p:cNvSpPr>
            <a:spLocks noGrp="1"/>
          </p:cNvSpPr>
          <p:nvPr>
            <p:ph type="sldNum" sz="quarter" idx="4"/>
          </p:nvPr>
        </p:nvSpPr>
        <p:spPr>
          <a:xfrm>
            <a:off x="9218469" y="6356351"/>
            <a:ext cx="2743200" cy="366183"/>
          </a:xfrm>
          <a:prstGeom prst="rect">
            <a:avLst/>
          </a:prstGeom>
        </p:spPr>
        <p:txBody>
          <a:bodyPr vert="horz" lIns="91440" tIns="45720" rIns="91440" bIns="45720" rtlCol="0" anchor="ctr"/>
          <a:lstStyle>
            <a:lvl1pPr algn="r">
              <a:defRPr sz="1600">
                <a:solidFill>
                  <a:schemeClr val="tx1"/>
                </a:solidFill>
                <a:latin typeface="Aptos" panose="020B0004020202020204" pitchFamily="34" charset="0"/>
              </a:defRPr>
            </a:lvl1pPr>
          </a:lstStyle>
          <a:p>
            <a:r>
              <a:rPr lang="en-US" dirty="0"/>
              <a:t>Public | </a:t>
            </a:r>
            <a:fld id="{5700545B-079F-47D2-8F5A-321B676D00E3}" type="slidenum">
              <a:rPr lang="en-US" smtClean="0"/>
              <a:pPr/>
              <a:t>‹#›</a:t>
            </a:fld>
            <a:endParaRPr lang="en-US" dirty="0"/>
          </a:p>
        </p:txBody>
      </p:sp>
    </p:spTree>
    <p:extLst>
      <p:ext uri="{BB962C8B-B14F-4D97-AF65-F5344CB8AC3E}">
        <p14:creationId xmlns:p14="http://schemas.microsoft.com/office/powerpoint/2010/main" val="711058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B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E5E68F-7363-B619-9AC9-2278C85727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BC0930-17C5-4459-B4C2-B7CE7D15E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B4129D-E225-40FC-AF7F-E6CFC3D91F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DB08A1-141E-2C40-B982-1317EBA64EC5}" type="datetimeFigureOut">
              <a:rPr lang="en-US" smtClean="0"/>
              <a:t>8/27/26</a:t>
            </a:fld>
            <a:endParaRPr lang="en-US"/>
          </a:p>
        </p:txBody>
      </p:sp>
      <p:sp>
        <p:nvSpPr>
          <p:cNvPr id="5" name="Footer Placeholder 4">
            <a:extLst>
              <a:ext uri="{FF2B5EF4-FFF2-40B4-BE49-F238E27FC236}">
                <a16:creationId xmlns:a16="http://schemas.microsoft.com/office/drawing/2014/main" id="{4644A8A5-C755-E0DA-A6ED-349D841D415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7" name="Slide Number Placeholder 6">
            <a:extLst>
              <a:ext uri="{FF2B5EF4-FFF2-40B4-BE49-F238E27FC236}">
                <a16:creationId xmlns:a16="http://schemas.microsoft.com/office/drawing/2014/main" id="{EAC4D4A2-A015-BE63-DB1F-4DE7F39AF8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55CB959-D39D-9F40-BFF5-F46C70B32892}" type="slidenum">
              <a:rPr lang="en-US" smtClean="0"/>
              <a:t>‹#›</a:t>
            </a:fld>
            <a:endParaRPr lang="en-US" dirty="0"/>
          </a:p>
        </p:txBody>
      </p:sp>
      <p:sp>
        <p:nvSpPr>
          <p:cNvPr id="9" name="Slide Number Placeholder 14">
            <a:extLst>
              <a:ext uri="{FF2B5EF4-FFF2-40B4-BE49-F238E27FC236}">
                <a16:creationId xmlns:a16="http://schemas.microsoft.com/office/drawing/2014/main" id="{CD2DE044-AC67-7A79-E25C-2A5B794BB26E}"/>
              </a:ext>
            </a:extLst>
          </p:cNvPr>
          <p:cNvSpPr txBox="1">
            <a:spLocks/>
          </p:cNvSpPr>
          <p:nvPr userDrawn="1"/>
        </p:nvSpPr>
        <p:spPr>
          <a:xfrm>
            <a:off x="8610600" y="6356351"/>
            <a:ext cx="2743200" cy="366183"/>
          </a:xfrm>
          <a:prstGeom prst="rect">
            <a:avLst/>
          </a:prstGeom>
        </p:spPr>
        <p:txBody>
          <a:bodyPr vert="horz" lIns="91440" tIns="45720" rIns="91440" bIns="45720" rtlCol="0" anchor="ctr"/>
          <a:lstStyle>
            <a:defPPr>
              <a:defRPr lang="en-US"/>
            </a:defPPr>
            <a:lvl1pPr marL="0" algn="r" defTabSz="914400" rtl="0" eaLnBrk="1" latinLnBrk="0" hangingPunct="1">
              <a:defRPr sz="1600"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700545B-079F-47D2-8F5A-321B676D00E3}" type="slidenum">
              <a:rPr lang="en-US" smtClean="0"/>
              <a:pPr algn="r"/>
              <a:t>‹#›</a:t>
            </a:fld>
            <a:endParaRPr lang="en-US" dirty="0"/>
          </a:p>
        </p:txBody>
      </p:sp>
    </p:spTree>
    <p:extLst>
      <p:ext uri="{BB962C8B-B14F-4D97-AF65-F5344CB8AC3E}">
        <p14:creationId xmlns:p14="http://schemas.microsoft.com/office/powerpoint/2010/main" val="3501908557"/>
      </p:ext>
    </p:extLst>
  </p:cSld>
  <p:clrMap bg1="lt1" tx1="dk1" bg2="lt2" tx2="dk2" accent1="accent1" accent2="accent2" accent3="accent3" accent4="accent4" accent5="accent5" accent6="accent6" hlink="hlink" folHlink="folHlink"/>
  <p:sldLayoutIdLst>
    <p:sldLayoutId id="2147483649" r:id="rId1"/>
    <p:sldLayoutId id="2147483663" r:id="rId2"/>
    <p:sldLayoutId id="2147483664" r:id="rId3"/>
    <p:sldLayoutId id="2147483650" r:id="rId4"/>
    <p:sldLayoutId id="2147483665" r:id="rId5"/>
    <p:sldLayoutId id="2147483666" r:id="rId6"/>
    <p:sldLayoutId id="2147483667" r:id="rId7"/>
    <p:sldLayoutId id="2147483660"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4.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2.xml"/><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2.png"/><Relationship Id="rId15" Type="http://schemas.openxmlformats.org/officeDocument/2006/relationships/image" Target="../media/image15.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5.png"/><Relationship Id="rId9" Type="http://schemas.openxmlformats.org/officeDocument/2006/relationships/image" Target="../media/image9.png"/><Relationship Id="rId1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5.png"/><Relationship Id="rId12" Type="http://schemas.openxmlformats.org/officeDocument/2006/relationships/image" Target="../media/image30.png"/><Relationship Id="rId17" Type="http://schemas.openxmlformats.org/officeDocument/2006/relationships/image" Target="../media/image35.svg"/><Relationship Id="rId2" Type="http://schemas.openxmlformats.org/officeDocument/2006/relationships/notesSlide" Target="../notesSlides/notesSlide3.xml"/><Relationship Id="rId16"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10.png"/><Relationship Id="rId15" Type="http://schemas.openxmlformats.org/officeDocument/2006/relationships/image" Target="../media/image33.png"/><Relationship Id="rId10" Type="http://schemas.openxmlformats.org/officeDocument/2006/relationships/image" Target="../media/image28.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2.png"/></Relationships>
</file>

<file path=ppt/slides/_rels/slide9.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36.png"/><Relationship Id="rId21" Type="http://schemas.openxmlformats.org/officeDocument/2006/relationships/image" Target="../media/image54.png"/><Relationship Id="rId7" Type="http://schemas.openxmlformats.org/officeDocument/2006/relationships/image" Target="../media/image40.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4.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1.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5" Type="http://schemas.openxmlformats.org/officeDocument/2006/relationships/image" Target="../media/image48.png"/><Relationship Id="rId23" Type="http://schemas.openxmlformats.org/officeDocument/2006/relationships/image" Target="../media/image56.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7.png"/><Relationship Id="rId9" Type="http://schemas.openxmlformats.org/officeDocument/2006/relationships/image" Target="../media/image42.png"/><Relationship Id="rId14" Type="http://schemas.openxmlformats.org/officeDocument/2006/relationships/image" Target="../media/image47.png"/><Relationship Id="rId22" Type="http://schemas.openxmlformats.org/officeDocument/2006/relationships/image" Target="../media/image55.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CDB426D5-1740-ED4C-5820-491E65856D16}"/>
              </a:ext>
            </a:extLst>
          </p:cNvPr>
          <p:cNvPicPr>
            <a:picLocks noChangeAspect="1"/>
          </p:cNvPicPr>
          <p:nvPr/>
        </p:nvPicPr>
        <p:blipFill>
          <a:blip r:embed="rId2"/>
          <a:srcRect/>
          <a:stretch/>
        </p:blipFill>
        <p:spPr>
          <a:xfrm>
            <a:off x="3045929" y="2837292"/>
            <a:ext cx="6100141" cy="1183414"/>
          </a:xfrm>
          <a:prstGeom prst="rect">
            <a:avLst/>
          </a:prstGeom>
        </p:spPr>
      </p:pic>
      <p:pic>
        <p:nvPicPr>
          <p:cNvPr id="3" name="Graphic 2">
            <a:extLst>
              <a:ext uri="{FF2B5EF4-FFF2-40B4-BE49-F238E27FC236}">
                <a16:creationId xmlns:a16="http://schemas.microsoft.com/office/drawing/2014/main" id="{C48EA8CD-019A-C24D-DCC3-B317BE19FE1D}"/>
              </a:ext>
            </a:extLst>
          </p:cNvPr>
          <p:cNvPicPr>
            <a:picLocks noChangeAspect="1"/>
          </p:cNvPicPr>
          <p:nvPr/>
        </p:nvPicPr>
        <p:blipFill>
          <a:blip r:embed="rId3"/>
          <a:srcRect/>
          <a:stretch/>
        </p:blipFill>
        <p:spPr>
          <a:xfrm>
            <a:off x="10889178" y="4696332"/>
            <a:ext cx="1327536" cy="2186382"/>
          </a:xfrm>
          <a:prstGeom prst="rect">
            <a:avLst/>
          </a:prstGeom>
        </p:spPr>
      </p:pic>
    </p:spTree>
    <p:extLst>
      <p:ext uri="{BB962C8B-B14F-4D97-AF65-F5344CB8AC3E}">
        <p14:creationId xmlns:p14="http://schemas.microsoft.com/office/powerpoint/2010/main" val="1927170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8889C1B-4EA8-A2DD-CDCE-CD26D343A7EB}"/>
              </a:ext>
            </a:extLst>
          </p:cNvPr>
          <p:cNvSpPr>
            <a:spLocks noGrp="1"/>
          </p:cNvSpPr>
          <p:nvPr>
            <p:ph type="sldNum" sz="quarter" idx="4"/>
          </p:nvPr>
        </p:nvSpPr>
        <p:spPr/>
        <p:txBody>
          <a:bodyPr/>
          <a:lstStyle/>
          <a:p>
            <a:r>
              <a:rPr lang="en-US"/>
              <a:t>Public | </a:t>
            </a:r>
            <a:fld id="{5700545B-079F-47D2-8F5A-321B676D00E3}" type="slidenum">
              <a:rPr lang="en-US" smtClean="0"/>
              <a:pPr/>
              <a:t>2</a:t>
            </a:fld>
            <a:endParaRPr lang="en-US" dirty="0"/>
          </a:p>
        </p:txBody>
      </p:sp>
      <p:sp>
        <p:nvSpPr>
          <p:cNvPr id="5" name="Title Placeholder 10">
            <a:extLst>
              <a:ext uri="{FF2B5EF4-FFF2-40B4-BE49-F238E27FC236}">
                <a16:creationId xmlns:a16="http://schemas.microsoft.com/office/drawing/2014/main" id="{12D4DBC8-5D37-795E-D124-E3E72F80C7F8}"/>
              </a:ext>
            </a:extLst>
          </p:cNvPr>
          <p:cNvSpPr>
            <a:spLocks noGrp="1"/>
          </p:cNvSpPr>
          <p:nvPr>
            <p:ph type="title"/>
          </p:nvPr>
        </p:nvSpPr>
        <p:spPr>
          <a:xfrm>
            <a:off x="838200" y="366185"/>
            <a:ext cx="10515600" cy="1325033"/>
          </a:xfrm>
          <a:prstGeom prst="rect">
            <a:avLst/>
          </a:prstGeom>
        </p:spPr>
        <p:txBody>
          <a:bodyPr vert="horz" lIns="121920" tIns="60960" rIns="121920" bIns="6096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6" name="Text Placeholder 11">
            <a:extLst>
              <a:ext uri="{FF2B5EF4-FFF2-40B4-BE49-F238E27FC236}">
                <a16:creationId xmlns:a16="http://schemas.microsoft.com/office/drawing/2014/main" id="{F50BB901-D4AA-19A6-C756-1EA5F03397DA}"/>
              </a:ext>
            </a:extLst>
          </p:cNvPr>
          <p:cNvSpPr>
            <a:spLocks noGrp="1"/>
          </p:cNvSpPr>
          <p:nvPr>
            <p:ph idx="1"/>
          </p:nvPr>
        </p:nvSpPr>
        <p:spPr>
          <a:xfrm>
            <a:off x="838200" y="1826684"/>
            <a:ext cx="10515600" cy="4349749"/>
          </a:xfrm>
          <a:prstGeom prst="rect">
            <a:avLst/>
          </a:prstGeom>
        </p:spPr>
        <p:txBody>
          <a:bodyPr vert="horz" lIns="121920" tIns="60960" rIns="121920" bIns="60960" rtlCol="0">
            <a:normAutofit fontScale="85000" lnSpcReduction="20000"/>
          </a:bodyPr>
          <a:lstStyle/>
          <a:p>
            <a:pPr marL="237061" indent="-237061">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indent="-101597">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indent="-237061">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
        <p:nvSpPr>
          <p:cNvPr id="7" name="Rectangle 6">
            <a:extLst>
              <a:ext uri="{FF2B5EF4-FFF2-40B4-BE49-F238E27FC236}">
                <a16:creationId xmlns:a16="http://schemas.microsoft.com/office/drawing/2014/main" id="{CD71E6D3-D482-95A8-1B04-2E1D5340434D}"/>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Rectangle 7">
            <a:extLst>
              <a:ext uri="{FF2B5EF4-FFF2-40B4-BE49-F238E27FC236}">
                <a16:creationId xmlns:a16="http://schemas.microsoft.com/office/drawing/2014/main" id="{F9532C97-5453-6E75-CA85-FCDC186E70EB}"/>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5AECC5E9-34F1-822B-964B-51F42A769F51}"/>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3169D2CE-391C-507D-1B87-E12493535D39}"/>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Rectangle 10">
            <a:extLst>
              <a:ext uri="{FF2B5EF4-FFF2-40B4-BE49-F238E27FC236}">
                <a16:creationId xmlns:a16="http://schemas.microsoft.com/office/drawing/2014/main" id="{11E81071-516D-3E96-C672-B28C2A55EA54}"/>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Rectangle 11">
            <a:extLst>
              <a:ext uri="{FF2B5EF4-FFF2-40B4-BE49-F238E27FC236}">
                <a16:creationId xmlns:a16="http://schemas.microsoft.com/office/drawing/2014/main" id="{C45ED051-41B5-7AC1-708A-F3882ABE2582}"/>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Tree>
    <p:extLst>
      <p:ext uri="{BB962C8B-B14F-4D97-AF65-F5344CB8AC3E}">
        <p14:creationId xmlns:p14="http://schemas.microsoft.com/office/powerpoint/2010/main" val="880601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0899-0DE2-C673-2821-A9C12C61FC3F}"/>
            </a:ext>
          </a:extLst>
        </p:cNvPr>
        <p:cNvGrpSpPr/>
        <p:nvPr/>
      </p:nvGrpSpPr>
      <p:grpSpPr>
        <a:xfrm>
          <a:off x="0" y="0"/>
          <a:ext cx="0" cy="0"/>
          <a:chOff x="0" y="0"/>
          <a:chExt cx="0" cy="0"/>
        </a:xfrm>
      </p:grpSpPr>
      <p:pic>
        <p:nvPicPr>
          <p:cNvPr id="5" name="Graphic 4">
            <a:extLst>
              <a:ext uri="{FF2B5EF4-FFF2-40B4-BE49-F238E27FC236}">
                <a16:creationId xmlns:a16="http://schemas.microsoft.com/office/drawing/2014/main" id="{A1A8D0A7-78FC-964F-88D0-01CC4DE1F376}"/>
              </a:ext>
            </a:extLst>
          </p:cNvPr>
          <p:cNvPicPr>
            <a:picLocks noChangeAspect="1"/>
          </p:cNvPicPr>
          <p:nvPr/>
        </p:nvPicPr>
        <p:blipFill>
          <a:blip r:embed="rId2"/>
          <a:srcRect/>
          <a:stretch/>
        </p:blipFill>
        <p:spPr>
          <a:xfrm>
            <a:off x="3830702" y="790647"/>
            <a:ext cx="4530595" cy="878925"/>
          </a:xfrm>
          <a:prstGeom prst="rect">
            <a:avLst/>
          </a:prstGeom>
        </p:spPr>
      </p:pic>
      <p:sp>
        <p:nvSpPr>
          <p:cNvPr id="2" name="TextBox 1">
            <a:extLst>
              <a:ext uri="{FF2B5EF4-FFF2-40B4-BE49-F238E27FC236}">
                <a16:creationId xmlns:a16="http://schemas.microsoft.com/office/drawing/2014/main" id="{8CAA7D6F-1EE1-45E1-81AA-D0BA96EA5D0A}"/>
              </a:ext>
            </a:extLst>
          </p:cNvPr>
          <p:cNvSpPr txBox="1"/>
          <p:nvPr/>
        </p:nvSpPr>
        <p:spPr>
          <a:xfrm>
            <a:off x="2494954" y="2950008"/>
            <a:ext cx="7202091" cy="1938992"/>
          </a:xfrm>
          <a:prstGeom prst="rect">
            <a:avLst/>
          </a:prstGeom>
          <a:noFill/>
        </p:spPr>
        <p:txBody>
          <a:bodyPr wrap="square" rtlCol="0">
            <a:spAutoFit/>
          </a:bodyPr>
          <a:lstStyle/>
          <a:p>
            <a:pPr algn="ctr"/>
            <a:r>
              <a:rPr lang="en-US" sz="4000" b="1" dirty="0"/>
              <a:t>Community-driven </a:t>
            </a:r>
            <a:endParaRPr lang="en-US" sz="4000" dirty="0"/>
          </a:p>
          <a:p>
            <a:pPr algn="ctr"/>
            <a:r>
              <a:rPr lang="en-US" sz="4000" b="1" dirty="0"/>
              <a:t>open cloud-native stack</a:t>
            </a:r>
            <a:endParaRPr lang="en-US" sz="4000" dirty="0"/>
          </a:p>
          <a:p>
            <a:pPr algn="ctr"/>
            <a:r>
              <a:rPr lang="en-US" sz="4000" b="1" dirty="0"/>
              <a:t> for European sovereignty.</a:t>
            </a:r>
            <a:endParaRPr lang="en-US" sz="4000" dirty="0"/>
          </a:p>
        </p:txBody>
      </p:sp>
    </p:spTree>
    <p:extLst>
      <p:ext uri="{BB962C8B-B14F-4D97-AF65-F5344CB8AC3E}">
        <p14:creationId xmlns:p14="http://schemas.microsoft.com/office/powerpoint/2010/main" val="3866021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066DFED-358A-1128-2D93-9EDB37D2FB3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20A83C2-6F67-6FB4-A366-98A77B1EE28F}"/>
              </a:ext>
            </a:extLst>
          </p:cNvPr>
          <p:cNvSpPr/>
          <p:nvPr/>
        </p:nvSpPr>
        <p:spPr>
          <a:xfrm>
            <a:off x="2772531" y="4672137"/>
            <a:ext cx="6642057" cy="84296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A0C09A4-3B6B-EDEC-29DA-103B78D4BED3}"/>
              </a:ext>
            </a:extLst>
          </p:cNvPr>
          <p:cNvSpPr/>
          <p:nvPr/>
        </p:nvSpPr>
        <p:spPr>
          <a:xfrm>
            <a:off x="4415697" y="3306114"/>
            <a:ext cx="3435247" cy="123387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E14CD04-8145-3E17-790D-6975A10D2E2C}"/>
              </a:ext>
            </a:extLst>
          </p:cNvPr>
          <p:cNvSpPr/>
          <p:nvPr/>
        </p:nvSpPr>
        <p:spPr>
          <a:xfrm>
            <a:off x="2552317" y="2548152"/>
            <a:ext cx="7026405" cy="65499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6908AE3-D639-E690-4D9D-AEF56C8EC749}"/>
              </a:ext>
            </a:extLst>
          </p:cNvPr>
          <p:cNvSpPr/>
          <p:nvPr/>
        </p:nvSpPr>
        <p:spPr>
          <a:xfrm>
            <a:off x="524655" y="1428454"/>
            <a:ext cx="11437496"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82F93F3-5D54-3A8C-4946-FBF944F1D691}"/>
              </a:ext>
            </a:extLst>
          </p:cNvPr>
          <p:cNvSpPr/>
          <p:nvPr/>
        </p:nvSpPr>
        <p:spPr>
          <a:xfrm>
            <a:off x="524655" y="514054"/>
            <a:ext cx="11437495" cy="842962"/>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7DEB26B-D682-B8B0-EFAE-280E0CE3C827}"/>
              </a:ext>
            </a:extLst>
          </p:cNvPr>
          <p:cNvPicPr>
            <a:picLocks noChangeAspect="1"/>
          </p:cNvPicPr>
          <p:nvPr/>
        </p:nvPicPr>
        <p:blipFill>
          <a:blip r:embed="rId3"/>
          <a:srcRect/>
          <a:stretch/>
        </p:blipFill>
        <p:spPr>
          <a:xfrm>
            <a:off x="3037290" y="4880991"/>
            <a:ext cx="2290304" cy="476715"/>
          </a:xfrm>
          <a:prstGeom prst="rect">
            <a:avLst/>
          </a:prstGeom>
        </p:spPr>
      </p:pic>
      <p:pic>
        <p:nvPicPr>
          <p:cNvPr id="19" name="Graphic 18">
            <a:extLst>
              <a:ext uri="{FF2B5EF4-FFF2-40B4-BE49-F238E27FC236}">
                <a16:creationId xmlns:a16="http://schemas.microsoft.com/office/drawing/2014/main" id="{ED5EA8E8-45AA-168B-CF66-97D5EFC448E3}"/>
              </a:ext>
            </a:extLst>
          </p:cNvPr>
          <p:cNvPicPr>
            <a:picLocks noChangeAspect="1"/>
          </p:cNvPicPr>
          <p:nvPr/>
        </p:nvPicPr>
        <p:blipFill>
          <a:blip r:embed="rId4"/>
          <a:srcRect/>
          <a:stretch/>
        </p:blipFill>
        <p:spPr>
          <a:xfrm>
            <a:off x="5232251" y="2708962"/>
            <a:ext cx="1727498" cy="337870"/>
          </a:xfrm>
          <a:prstGeom prst="rect">
            <a:avLst/>
          </a:prstGeom>
        </p:spPr>
      </p:pic>
      <p:sp>
        <p:nvSpPr>
          <p:cNvPr id="24" name="TextBox 23">
            <a:extLst>
              <a:ext uri="{FF2B5EF4-FFF2-40B4-BE49-F238E27FC236}">
                <a16:creationId xmlns:a16="http://schemas.microsoft.com/office/drawing/2014/main" id="{FFB67BAB-812E-D921-D672-8B51859CD7DB}"/>
              </a:ext>
            </a:extLst>
          </p:cNvPr>
          <p:cNvSpPr txBox="1"/>
          <p:nvPr/>
        </p:nvSpPr>
        <p:spPr>
          <a:xfrm>
            <a:off x="2447308" y="621636"/>
            <a:ext cx="2657475" cy="630942"/>
          </a:xfrm>
          <a:prstGeom prst="rect">
            <a:avLst/>
          </a:prstGeom>
          <a:noFill/>
        </p:spPr>
        <p:txBody>
          <a:bodyPr wrap="square">
            <a:spAutoFit/>
          </a:bodyPr>
          <a:lstStyle/>
          <a:p>
            <a:pPr>
              <a:buNone/>
            </a:pPr>
            <a:r>
              <a:rPr lang="en-US" sz="3500" b="1" dirty="0">
                <a:effectLst/>
                <a:latin typeface="Aptos" panose="020B0004020202020204" pitchFamily="34" charset="0"/>
              </a:rPr>
              <a:t>IPCEI-CIS</a:t>
            </a:r>
            <a:endParaRPr lang="en-US" sz="3500" dirty="0">
              <a:effectLst/>
              <a:latin typeface="Aptos" panose="020B0004020202020204" pitchFamily="34" charset="0"/>
            </a:endParaRPr>
          </a:p>
        </p:txBody>
      </p:sp>
      <p:sp>
        <p:nvSpPr>
          <p:cNvPr id="25" name="TextBox 24">
            <a:extLst>
              <a:ext uri="{FF2B5EF4-FFF2-40B4-BE49-F238E27FC236}">
                <a16:creationId xmlns:a16="http://schemas.microsoft.com/office/drawing/2014/main" id="{345669BA-F8F4-6ABF-8D1C-C0CF0B7D3060}"/>
              </a:ext>
            </a:extLst>
          </p:cNvPr>
          <p:cNvSpPr txBox="1"/>
          <p:nvPr/>
        </p:nvSpPr>
        <p:spPr>
          <a:xfrm>
            <a:off x="4714938" y="577350"/>
            <a:ext cx="3770643" cy="707886"/>
          </a:xfrm>
          <a:prstGeom prst="rect">
            <a:avLst/>
          </a:prstGeom>
          <a:noFill/>
        </p:spPr>
        <p:txBody>
          <a:bodyPr wrap="square">
            <a:spAutoFit/>
          </a:bodyPr>
          <a:lstStyle/>
          <a:p>
            <a:pPr>
              <a:buNone/>
            </a:pPr>
            <a:r>
              <a:rPr lang="en-US" sz="2000" dirty="0">
                <a:effectLst/>
                <a:latin typeface="Aptos" panose="020B0004020202020204" pitchFamily="34" charset="0"/>
              </a:rPr>
              <a:t>Important Project </a:t>
            </a:r>
          </a:p>
          <a:p>
            <a:pPr>
              <a:buNone/>
            </a:pPr>
            <a:r>
              <a:rPr lang="en-US" sz="2000" dirty="0">
                <a:effectLst/>
                <a:latin typeface="Aptos" panose="020B0004020202020204" pitchFamily="34" charset="0"/>
              </a:rPr>
              <a:t>of Common European Interest</a:t>
            </a:r>
          </a:p>
        </p:txBody>
      </p:sp>
      <p:sp>
        <p:nvSpPr>
          <p:cNvPr id="30" name="TextBox 29">
            <a:extLst>
              <a:ext uri="{FF2B5EF4-FFF2-40B4-BE49-F238E27FC236}">
                <a16:creationId xmlns:a16="http://schemas.microsoft.com/office/drawing/2014/main" id="{EC744F61-2B31-AB19-30F1-685397B90425}"/>
              </a:ext>
            </a:extLst>
          </p:cNvPr>
          <p:cNvSpPr txBox="1"/>
          <p:nvPr/>
        </p:nvSpPr>
        <p:spPr>
          <a:xfrm>
            <a:off x="5327024" y="4845293"/>
            <a:ext cx="4087565" cy="729771"/>
          </a:xfrm>
          <a:prstGeom prst="rect">
            <a:avLst/>
          </a:prstGeom>
          <a:noFill/>
        </p:spPr>
        <p:txBody>
          <a:bodyPr wrap="square">
            <a:normAutofit/>
          </a:bodyPr>
          <a:lstStyle/>
          <a:p>
            <a:pPr>
              <a:buNone/>
            </a:pPr>
            <a:r>
              <a:rPr lang="en-US" sz="3000" dirty="0">
                <a:effectLst/>
                <a:latin typeface="Aptos" panose="020B0004020202020204" pitchFamily="34" charset="0"/>
              </a:rPr>
              <a:t>Reference Architecture</a:t>
            </a:r>
          </a:p>
        </p:txBody>
      </p:sp>
      <p:pic>
        <p:nvPicPr>
          <p:cNvPr id="32" name="Graphic 31">
            <a:extLst>
              <a:ext uri="{FF2B5EF4-FFF2-40B4-BE49-F238E27FC236}">
                <a16:creationId xmlns:a16="http://schemas.microsoft.com/office/drawing/2014/main" id="{7C503363-1BB5-6E91-C7FB-47DB6351DAAC}"/>
              </a:ext>
            </a:extLst>
          </p:cNvPr>
          <p:cNvPicPr>
            <a:picLocks noChangeAspect="1"/>
          </p:cNvPicPr>
          <p:nvPr/>
        </p:nvPicPr>
        <p:blipFill>
          <a:blip r:embed="rId5"/>
          <a:srcRect/>
          <a:stretch/>
        </p:blipFill>
        <p:spPr>
          <a:xfrm>
            <a:off x="4574065" y="3657550"/>
            <a:ext cx="3043869" cy="590504"/>
          </a:xfrm>
          <a:prstGeom prst="rect">
            <a:avLst/>
          </a:prstGeom>
        </p:spPr>
      </p:pic>
      <p:sp>
        <p:nvSpPr>
          <p:cNvPr id="57" name="Triangle 56">
            <a:extLst>
              <a:ext uri="{FF2B5EF4-FFF2-40B4-BE49-F238E27FC236}">
                <a16:creationId xmlns:a16="http://schemas.microsoft.com/office/drawing/2014/main" id="{651EF970-EB00-4593-3D48-B2F21CECD53D}"/>
              </a:ext>
            </a:extLst>
          </p:cNvPr>
          <p:cNvSpPr/>
          <p:nvPr/>
        </p:nvSpPr>
        <p:spPr>
          <a:xfrm>
            <a:off x="5339456" y="5377168"/>
            <a:ext cx="1509356" cy="249698"/>
          </a:xfrm>
          <a:prstGeom prst="triangl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riangle 57">
            <a:extLst>
              <a:ext uri="{FF2B5EF4-FFF2-40B4-BE49-F238E27FC236}">
                <a16:creationId xmlns:a16="http://schemas.microsoft.com/office/drawing/2014/main" id="{731F1941-1A16-97A8-E58E-F384BBF693ED}"/>
              </a:ext>
            </a:extLst>
          </p:cNvPr>
          <p:cNvSpPr/>
          <p:nvPr/>
        </p:nvSpPr>
        <p:spPr>
          <a:xfrm>
            <a:off x="5333713" y="4492625"/>
            <a:ext cx="1509356" cy="249698"/>
          </a:xfrm>
          <a:prstGeom prst="triangle">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Picture 60" descr="A blue flag with yellow stars and a black eagle&#10;&#10;AI-generated content may be incorrect.">
            <a:extLst>
              <a:ext uri="{FF2B5EF4-FFF2-40B4-BE49-F238E27FC236}">
                <a16:creationId xmlns:a16="http://schemas.microsoft.com/office/drawing/2014/main" id="{F49B874B-3875-4AEA-82EC-192629541DCD}"/>
              </a:ext>
            </a:extLst>
          </p:cNvPr>
          <p:cNvPicPr>
            <a:picLocks noChangeAspect="1"/>
          </p:cNvPicPr>
          <p:nvPr/>
        </p:nvPicPr>
        <p:blipFill>
          <a:blip r:embed="rId6"/>
          <a:stretch>
            <a:fillRect/>
          </a:stretch>
        </p:blipFill>
        <p:spPr>
          <a:xfrm>
            <a:off x="8457184" y="653215"/>
            <a:ext cx="987378" cy="556156"/>
          </a:xfrm>
          <a:prstGeom prst="rect">
            <a:avLst/>
          </a:prstGeom>
        </p:spPr>
      </p:pic>
      <p:sp>
        <p:nvSpPr>
          <p:cNvPr id="62" name="TextBox 61">
            <a:extLst>
              <a:ext uri="{FF2B5EF4-FFF2-40B4-BE49-F238E27FC236}">
                <a16:creationId xmlns:a16="http://schemas.microsoft.com/office/drawing/2014/main" id="{340905C1-8834-86D8-0BCD-F0E868C9D906}"/>
              </a:ext>
            </a:extLst>
          </p:cNvPr>
          <p:cNvSpPr txBox="1"/>
          <p:nvPr/>
        </p:nvSpPr>
        <p:spPr>
          <a:xfrm>
            <a:off x="4949611" y="1502032"/>
            <a:ext cx="5444582" cy="707886"/>
          </a:xfrm>
          <a:prstGeom prst="rect">
            <a:avLst/>
          </a:prstGeom>
          <a:noFill/>
        </p:spPr>
        <p:txBody>
          <a:bodyPr wrap="square">
            <a:spAutoFit/>
          </a:bodyPr>
          <a:lstStyle/>
          <a:p>
            <a:r>
              <a:rPr lang="en-US" sz="2000" dirty="0"/>
              <a:t>Initiative for Europe’s Next Generation </a:t>
            </a:r>
          </a:p>
          <a:p>
            <a:r>
              <a:rPr lang="en-US" sz="2000" dirty="0"/>
              <a:t>Cloud Infrastructure and Services</a:t>
            </a:r>
          </a:p>
        </p:txBody>
      </p:sp>
      <p:sp>
        <p:nvSpPr>
          <p:cNvPr id="63" name="Triangle 62">
            <a:extLst>
              <a:ext uri="{FF2B5EF4-FFF2-40B4-BE49-F238E27FC236}">
                <a16:creationId xmlns:a16="http://schemas.microsoft.com/office/drawing/2014/main" id="{507C2975-8C3C-0FB7-F556-B531AF03E7F7}"/>
              </a:ext>
            </a:extLst>
          </p:cNvPr>
          <p:cNvSpPr/>
          <p:nvPr/>
        </p:nvSpPr>
        <p:spPr>
          <a:xfrm rot="10800000">
            <a:off x="5341322" y="1283652"/>
            <a:ext cx="1509356" cy="249698"/>
          </a:xfrm>
          <a:prstGeom prst="triangl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rapezoid 66">
            <a:extLst>
              <a:ext uri="{FF2B5EF4-FFF2-40B4-BE49-F238E27FC236}">
                <a16:creationId xmlns:a16="http://schemas.microsoft.com/office/drawing/2014/main" id="{C2ABA8E1-1A9F-84DE-8B87-9D72538F9FB3}"/>
              </a:ext>
            </a:extLst>
          </p:cNvPr>
          <p:cNvSpPr/>
          <p:nvPr/>
        </p:nvSpPr>
        <p:spPr>
          <a:xfrm rot="10800000">
            <a:off x="4052995" y="3136570"/>
            <a:ext cx="4181112" cy="183847"/>
          </a:xfrm>
          <a:prstGeom prst="trapezoid">
            <a:avLst>
              <a:gd name="adj" fmla="val 206265"/>
            </a:avLst>
          </a:prstGeom>
          <a:gradFill flip="none" rotWithShape="1">
            <a:gsLst>
              <a:gs pos="10000">
                <a:srgbClr val="DDEBF8"/>
              </a:gs>
              <a:gs pos="100000">
                <a:srgbClr val="F2F2F2"/>
              </a:gs>
            </a:gsLst>
            <a:lin ang="162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8" name="Picture 67">
            <a:extLst>
              <a:ext uri="{FF2B5EF4-FFF2-40B4-BE49-F238E27FC236}">
                <a16:creationId xmlns:a16="http://schemas.microsoft.com/office/drawing/2014/main" id="{BC276B30-3FA8-A118-844B-110FA08693E8}"/>
              </a:ext>
            </a:extLst>
          </p:cNvPr>
          <p:cNvPicPr>
            <a:picLocks noChangeAspect="1"/>
          </p:cNvPicPr>
          <p:nvPr/>
        </p:nvPicPr>
        <p:blipFill>
          <a:blip r:embed="rId7">
            <a:clrChange>
              <a:clrFrom>
                <a:srgbClr val="FFFFFF"/>
              </a:clrFrom>
              <a:clrTo>
                <a:srgbClr val="FFFFFF">
                  <a:alpha val="0"/>
                </a:srgbClr>
              </a:clrTo>
            </a:clrChange>
          </a:blip>
          <a:srcRect/>
          <a:stretch/>
        </p:blipFill>
        <p:spPr>
          <a:xfrm>
            <a:off x="2577417" y="1369851"/>
            <a:ext cx="2356285" cy="970004"/>
          </a:xfrm>
          <a:prstGeom prst="rect">
            <a:avLst/>
          </a:prstGeom>
        </p:spPr>
      </p:pic>
      <p:sp>
        <p:nvSpPr>
          <p:cNvPr id="4" name="TextBox 3">
            <a:extLst>
              <a:ext uri="{FF2B5EF4-FFF2-40B4-BE49-F238E27FC236}">
                <a16:creationId xmlns:a16="http://schemas.microsoft.com/office/drawing/2014/main" id="{DE1D78F9-5E25-016C-07CC-70352BDE2067}"/>
              </a:ext>
            </a:extLst>
          </p:cNvPr>
          <p:cNvSpPr txBox="1"/>
          <p:nvPr/>
        </p:nvSpPr>
        <p:spPr>
          <a:xfrm rot="16200000">
            <a:off x="-1076606" y="3480380"/>
            <a:ext cx="2740898" cy="430887"/>
          </a:xfrm>
          <a:prstGeom prst="rect">
            <a:avLst/>
          </a:prstGeom>
          <a:noFill/>
        </p:spPr>
        <p:txBody>
          <a:bodyPr wrap="square">
            <a:spAutoFit/>
          </a:bodyPr>
          <a:lstStyle/>
          <a:p>
            <a:pPr algn="r">
              <a:buNone/>
            </a:pPr>
            <a:r>
              <a:rPr lang="en-US" sz="2200" b="1" dirty="0">
                <a:gradFill>
                  <a:gsLst>
                    <a:gs pos="0">
                      <a:srgbClr val="0D5DDF"/>
                    </a:gs>
                    <a:gs pos="100000">
                      <a:schemeClr val="tx1">
                        <a:lumMod val="95000"/>
                        <a:lumOff val="5000"/>
                      </a:schemeClr>
                    </a:gs>
                  </a:gsLst>
                  <a:lin ang="5400000" scaled="1"/>
                </a:gradFill>
                <a:effectLst/>
                <a:latin typeface="Aptos" panose="020B0004020202020204" pitchFamily="34" charset="0"/>
              </a:rPr>
              <a:t>OSS </a:t>
            </a:r>
            <a:r>
              <a:rPr lang="en-US" sz="2200" b="1" dirty="0">
                <a:gradFill>
                  <a:gsLst>
                    <a:gs pos="0">
                      <a:srgbClr val="0D5DDF"/>
                    </a:gs>
                    <a:gs pos="100000">
                      <a:schemeClr val="tx1">
                        <a:lumMod val="95000"/>
                        <a:lumOff val="5000"/>
                      </a:schemeClr>
                    </a:gs>
                  </a:gsLst>
                  <a:lin ang="3600000" scaled="0"/>
                </a:gradFill>
                <a:effectLst/>
                <a:latin typeface="Aptos" panose="020B0004020202020204" pitchFamily="34" charset="0"/>
              </a:rPr>
              <a:t>Foundation</a:t>
            </a:r>
            <a:endParaRPr lang="en-US" sz="2200" dirty="0">
              <a:gradFill>
                <a:gsLst>
                  <a:gs pos="0">
                    <a:srgbClr val="0D5DDF"/>
                  </a:gs>
                  <a:gs pos="100000">
                    <a:schemeClr val="tx1">
                      <a:lumMod val="95000"/>
                      <a:lumOff val="5000"/>
                    </a:schemeClr>
                  </a:gs>
                </a:gsLst>
                <a:lin ang="3600000" scaled="0"/>
              </a:gradFill>
              <a:effectLst/>
              <a:latin typeface="Aptos" panose="020B0004020202020204" pitchFamily="34" charset="0"/>
            </a:endParaRPr>
          </a:p>
        </p:txBody>
      </p:sp>
      <p:sp>
        <p:nvSpPr>
          <p:cNvPr id="27" name="TextBox 26">
            <a:extLst>
              <a:ext uri="{FF2B5EF4-FFF2-40B4-BE49-F238E27FC236}">
                <a16:creationId xmlns:a16="http://schemas.microsoft.com/office/drawing/2014/main" id="{C22AB0AC-74BB-7245-C2B6-2D47B85705D4}"/>
              </a:ext>
            </a:extLst>
          </p:cNvPr>
          <p:cNvSpPr txBox="1"/>
          <p:nvPr/>
        </p:nvSpPr>
        <p:spPr>
          <a:xfrm rot="16200000">
            <a:off x="-619063" y="1214645"/>
            <a:ext cx="1832069" cy="430887"/>
          </a:xfrm>
          <a:prstGeom prst="rect">
            <a:avLst/>
          </a:prstGeom>
          <a:noFill/>
        </p:spPr>
        <p:txBody>
          <a:bodyPr wrap="square">
            <a:spAutoFit/>
          </a:bodyPr>
          <a:lstStyle/>
          <a:p>
            <a:pPr algn="r">
              <a:buNone/>
            </a:pPr>
            <a:r>
              <a:rPr lang="en-US" sz="2200" b="1" dirty="0">
                <a:gradFill>
                  <a:gsLst>
                    <a:gs pos="0">
                      <a:srgbClr val="0D5DDF"/>
                    </a:gs>
                    <a:gs pos="73000">
                      <a:schemeClr val="tx1">
                        <a:lumMod val="95000"/>
                        <a:lumOff val="5000"/>
                      </a:schemeClr>
                    </a:gs>
                  </a:gsLst>
                  <a:lin ang="1800000" scaled="0"/>
                </a:gradFill>
                <a:effectLst/>
                <a:latin typeface="Aptos" panose="020B0004020202020204" pitchFamily="34" charset="0"/>
              </a:rPr>
              <a:t>Institutional</a:t>
            </a:r>
            <a:endParaRPr lang="en-US" sz="2200" dirty="0">
              <a:gradFill>
                <a:gsLst>
                  <a:gs pos="0">
                    <a:srgbClr val="0D5DDF"/>
                  </a:gs>
                  <a:gs pos="73000">
                    <a:schemeClr val="tx1">
                      <a:lumMod val="95000"/>
                      <a:lumOff val="5000"/>
                    </a:schemeClr>
                  </a:gs>
                </a:gsLst>
                <a:lin ang="1800000" scaled="0"/>
              </a:gradFill>
              <a:effectLst/>
              <a:latin typeface="Aptos" panose="020B0004020202020204" pitchFamily="34" charset="0"/>
            </a:endParaRPr>
          </a:p>
        </p:txBody>
      </p:sp>
      <p:sp>
        <p:nvSpPr>
          <p:cNvPr id="26" name="Rectangle 25">
            <a:extLst>
              <a:ext uri="{FF2B5EF4-FFF2-40B4-BE49-F238E27FC236}">
                <a16:creationId xmlns:a16="http://schemas.microsoft.com/office/drawing/2014/main" id="{4CEE16E8-1134-4DCF-73CB-049770CEB3E0}"/>
              </a:ext>
            </a:extLst>
          </p:cNvPr>
          <p:cNvSpPr/>
          <p:nvPr/>
        </p:nvSpPr>
        <p:spPr>
          <a:xfrm>
            <a:off x="1570625" y="5602496"/>
            <a:ext cx="8823568"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ED0F42AE-3DB0-C8FE-61A8-88799E65B13E}"/>
              </a:ext>
            </a:extLst>
          </p:cNvPr>
          <p:cNvPicPr>
            <a:picLocks noChangeAspect="1"/>
          </p:cNvPicPr>
          <p:nvPr/>
        </p:nvPicPr>
        <p:blipFill>
          <a:blip r:embed="rId8"/>
          <a:srcRect/>
          <a:stretch/>
        </p:blipFill>
        <p:spPr>
          <a:xfrm>
            <a:off x="3736045" y="5767613"/>
            <a:ext cx="550363" cy="550914"/>
          </a:xfrm>
          <a:prstGeom prst="rect">
            <a:avLst/>
          </a:prstGeom>
        </p:spPr>
      </p:pic>
      <p:pic>
        <p:nvPicPr>
          <p:cNvPr id="31" name="Graphic 30">
            <a:extLst>
              <a:ext uri="{FF2B5EF4-FFF2-40B4-BE49-F238E27FC236}">
                <a16:creationId xmlns:a16="http://schemas.microsoft.com/office/drawing/2014/main" id="{8854CFF2-D541-3C17-12C7-FB0535E777AC}"/>
              </a:ext>
            </a:extLst>
          </p:cNvPr>
          <p:cNvPicPr>
            <a:picLocks noChangeAspect="1"/>
          </p:cNvPicPr>
          <p:nvPr/>
        </p:nvPicPr>
        <p:blipFill>
          <a:blip r:embed="rId9"/>
          <a:srcRect/>
          <a:stretch/>
        </p:blipFill>
        <p:spPr>
          <a:xfrm>
            <a:off x="3107456" y="5768996"/>
            <a:ext cx="584214" cy="543113"/>
          </a:xfrm>
          <a:prstGeom prst="rect">
            <a:avLst/>
          </a:prstGeom>
        </p:spPr>
      </p:pic>
      <p:pic>
        <p:nvPicPr>
          <p:cNvPr id="33" name="Graphic 32">
            <a:extLst>
              <a:ext uri="{FF2B5EF4-FFF2-40B4-BE49-F238E27FC236}">
                <a16:creationId xmlns:a16="http://schemas.microsoft.com/office/drawing/2014/main" id="{CAD0B1C1-5A82-4E4F-9F99-62ED1D8A3EF4}"/>
              </a:ext>
            </a:extLst>
          </p:cNvPr>
          <p:cNvPicPr>
            <a:picLocks noChangeAspect="1"/>
          </p:cNvPicPr>
          <p:nvPr/>
        </p:nvPicPr>
        <p:blipFill>
          <a:blip r:embed="rId10"/>
          <a:srcRect/>
          <a:stretch/>
        </p:blipFill>
        <p:spPr>
          <a:xfrm>
            <a:off x="1740843" y="5760421"/>
            <a:ext cx="547649" cy="552057"/>
          </a:xfrm>
          <a:prstGeom prst="rect">
            <a:avLst/>
          </a:prstGeom>
        </p:spPr>
      </p:pic>
      <p:pic>
        <p:nvPicPr>
          <p:cNvPr id="34" name="Graphic 33">
            <a:extLst>
              <a:ext uri="{FF2B5EF4-FFF2-40B4-BE49-F238E27FC236}">
                <a16:creationId xmlns:a16="http://schemas.microsoft.com/office/drawing/2014/main" id="{63A8AD87-6B2A-BD42-C507-FF76494F185B}"/>
              </a:ext>
            </a:extLst>
          </p:cNvPr>
          <p:cNvPicPr>
            <a:picLocks noChangeAspect="1"/>
          </p:cNvPicPr>
          <p:nvPr/>
        </p:nvPicPr>
        <p:blipFill>
          <a:blip r:embed="rId11"/>
          <a:srcRect/>
          <a:stretch/>
        </p:blipFill>
        <p:spPr>
          <a:xfrm>
            <a:off x="7157235" y="5752921"/>
            <a:ext cx="590718" cy="530173"/>
          </a:xfrm>
          <a:prstGeom prst="rect">
            <a:avLst/>
          </a:prstGeom>
        </p:spPr>
      </p:pic>
      <p:pic>
        <p:nvPicPr>
          <p:cNvPr id="35" name="Graphic 34">
            <a:extLst>
              <a:ext uri="{FF2B5EF4-FFF2-40B4-BE49-F238E27FC236}">
                <a16:creationId xmlns:a16="http://schemas.microsoft.com/office/drawing/2014/main" id="{07E2C6EB-76A7-F77A-A574-4098EAD67719}"/>
              </a:ext>
            </a:extLst>
          </p:cNvPr>
          <p:cNvPicPr>
            <a:picLocks noChangeAspect="1"/>
          </p:cNvPicPr>
          <p:nvPr/>
        </p:nvPicPr>
        <p:blipFill>
          <a:blip r:embed="rId12"/>
          <a:srcRect/>
          <a:stretch/>
        </p:blipFill>
        <p:spPr>
          <a:xfrm>
            <a:off x="6438152" y="5749911"/>
            <a:ext cx="541110" cy="541770"/>
          </a:xfrm>
          <a:prstGeom prst="rect">
            <a:avLst/>
          </a:prstGeom>
        </p:spPr>
      </p:pic>
      <p:pic>
        <p:nvPicPr>
          <p:cNvPr id="36" name="Graphic 35">
            <a:extLst>
              <a:ext uri="{FF2B5EF4-FFF2-40B4-BE49-F238E27FC236}">
                <a16:creationId xmlns:a16="http://schemas.microsoft.com/office/drawing/2014/main" id="{C6FE0436-6964-C80D-B1B3-DB074A399D7E}"/>
              </a:ext>
            </a:extLst>
          </p:cNvPr>
          <p:cNvPicPr>
            <a:picLocks noChangeAspect="1"/>
          </p:cNvPicPr>
          <p:nvPr/>
        </p:nvPicPr>
        <p:blipFill>
          <a:blip r:embed="rId13"/>
          <a:srcRect/>
          <a:stretch/>
        </p:blipFill>
        <p:spPr>
          <a:xfrm>
            <a:off x="4432751" y="5748907"/>
            <a:ext cx="516860" cy="542773"/>
          </a:xfrm>
          <a:prstGeom prst="rect">
            <a:avLst/>
          </a:prstGeom>
        </p:spPr>
      </p:pic>
      <p:pic>
        <p:nvPicPr>
          <p:cNvPr id="37" name="Graphic 36">
            <a:extLst>
              <a:ext uri="{FF2B5EF4-FFF2-40B4-BE49-F238E27FC236}">
                <a16:creationId xmlns:a16="http://schemas.microsoft.com/office/drawing/2014/main" id="{0171B695-60B6-4D7B-EE6E-5451AA2A3A55}"/>
              </a:ext>
            </a:extLst>
          </p:cNvPr>
          <p:cNvPicPr>
            <a:picLocks noChangeAspect="1"/>
          </p:cNvPicPr>
          <p:nvPr/>
        </p:nvPicPr>
        <p:blipFill>
          <a:blip r:embed="rId14"/>
          <a:srcRect/>
          <a:stretch/>
        </p:blipFill>
        <p:spPr>
          <a:xfrm>
            <a:off x="9185546" y="5756137"/>
            <a:ext cx="518032" cy="562390"/>
          </a:xfrm>
          <a:prstGeom prst="rect">
            <a:avLst/>
          </a:prstGeom>
        </p:spPr>
      </p:pic>
      <p:pic>
        <p:nvPicPr>
          <p:cNvPr id="38" name="Graphic 37">
            <a:extLst>
              <a:ext uri="{FF2B5EF4-FFF2-40B4-BE49-F238E27FC236}">
                <a16:creationId xmlns:a16="http://schemas.microsoft.com/office/drawing/2014/main" id="{DCEFC097-B2C2-1D34-0708-65440CC61155}"/>
              </a:ext>
            </a:extLst>
          </p:cNvPr>
          <p:cNvPicPr>
            <a:picLocks noChangeAspect="1"/>
          </p:cNvPicPr>
          <p:nvPr/>
        </p:nvPicPr>
        <p:blipFill>
          <a:blip r:embed="rId15"/>
          <a:srcRect/>
          <a:stretch/>
        </p:blipFill>
        <p:spPr>
          <a:xfrm>
            <a:off x="5060261" y="5768608"/>
            <a:ext cx="595908" cy="553773"/>
          </a:xfrm>
          <a:prstGeom prst="rect">
            <a:avLst/>
          </a:prstGeom>
        </p:spPr>
      </p:pic>
      <p:pic>
        <p:nvPicPr>
          <p:cNvPr id="39" name="Graphic 38">
            <a:extLst>
              <a:ext uri="{FF2B5EF4-FFF2-40B4-BE49-F238E27FC236}">
                <a16:creationId xmlns:a16="http://schemas.microsoft.com/office/drawing/2014/main" id="{A0178A2C-2A46-B5EF-2454-D42190575596}"/>
              </a:ext>
            </a:extLst>
          </p:cNvPr>
          <p:cNvPicPr>
            <a:picLocks noChangeAspect="1"/>
          </p:cNvPicPr>
          <p:nvPr/>
        </p:nvPicPr>
        <p:blipFill>
          <a:blip r:embed="rId16"/>
          <a:srcRect/>
          <a:stretch/>
        </p:blipFill>
        <p:spPr>
          <a:xfrm>
            <a:off x="5738639" y="5771727"/>
            <a:ext cx="562450" cy="519953"/>
          </a:xfrm>
          <a:prstGeom prst="rect">
            <a:avLst/>
          </a:prstGeom>
        </p:spPr>
      </p:pic>
      <p:pic>
        <p:nvPicPr>
          <p:cNvPr id="40" name="Graphic 39">
            <a:extLst>
              <a:ext uri="{FF2B5EF4-FFF2-40B4-BE49-F238E27FC236}">
                <a16:creationId xmlns:a16="http://schemas.microsoft.com/office/drawing/2014/main" id="{1CBA2823-9CF7-D3CE-7F30-A111B5B4B643}"/>
              </a:ext>
            </a:extLst>
          </p:cNvPr>
          <p:cNvPicPr>
            <a:picLocks noChangeAspect="1"/>
          </p:cNvPicPr>
          <p:nvPr/>
        </p:nvPicPr>
        <p:blipFill>
          <a:blip r:embed="rId17"/>
          <a:srcRect/>
          <a:stretch/>
        </p:blipFill>
        <p:spPr>
          <a:xfrm>
            <a:off x="8559357" y="5772362"/>
            <a:ext cx="473106" cy="503229"/>
          </a:xfrm>
          <a:prstGeom prst="rect">
            <a:avLst/>
          </a:prstGeom>
        </p:spPr>
      </p:pic>
      <p:pic>
        <p:nvPicPr>
          <p:cNvPr id="41" name="Graphic 40">
            <a:extLst>
              <a:ext uri="{FF2B5EF4-FFF2-40B4-BE49-F238E27FC236}">
                <a16:creationId xmlns:a16="http://schemas.microsoft.com/office/drawing/2014/main" id="{81435A03-2623-0041-1420-BC0EF46D2CF7}"/>
              </a:ext>
            </a:extLst>
          </p:cNvPr>
          <p:cNvPicPr>
            <a:picLocks noChangeAspect="1"/>
          </p:cNvPicPr>
          <p:nvPr/>
        </p:nvPicPr>
        <p:blipFill>
          <a:blip r:embed="rId18"/>
          <a:srcRect/>
          <a:stretch/>
        </p:blipFill>
        <p:spPr>
          <a:xfrm>
            <a:off x="2466447" y="5748907"/>
            <a:ext cx="506423" cy="579563"/>
          </a:xfrm>
          <a:prstGeom prst="rect">
            <a:avLst/>
          </a:prstGeom>
        </p:spPr>
      </p:pic>
      <p:pic>
        <p:nvPicPr>
          <p:cNvPr id="42" name="Graphic 41">
            <a:extLst>
              <a:ext uri="{FF2B5EF4-FFF2-40B4-BE49-F238E27FC236}">
                <a16:creationId xmlns:a16="http://schemas.microsoft.com/office/drawing/2014/main" id="{EEECA9F4-B3EF-9E8F-76A4-893DB027674C}"/>
              </a:ext>
            </a:extLst>
          </p:cNvPr>
          <p:cNvPicPr>
            <a:picLocks noChangeAspect="1"/>
          </p:cNvPicPr>
          <p:nvPr/>
        </p:nvPicPr>
        <p:blipFill>
          <a:blip r:embed="rId19"/>
          <a:srcRect/>
          <a:stretch/>
        </p:blipFill>
        <p:spPr>
          <a:xfrm>
            <a:off x="7876179" y="5763585"/>
            <a:ext cx="524068" cy="508885"/>
          </a:xfrm>
          <a:prstGeom prst="rect">
            <a:avLst/>
          </a:prstGeom>
        </p:spPr>
      </p:pic>
      <p:pic>
        <p:nvPicPr>
          <p:cNvPr id="2" name="Graphic 1">
            <a:extLst>
              <a:ext uri="{FF2B5EF4-FFF2-40B4-BE49-F238E27FC236}">
                <a16:creationId xmlns:a16="http://schemas.microsoft.com/office/drawing/2014/main" id="{B7E4AF12-152F-437F-F9DE-846F48D479E3}"/>
              </a:ext>
            </a:extLst>
          </p:cNvPr>
          <p:cNvPicPr>
            <a:picLocks noChangeAspect="1"/>
          </p:cNvPicPr>
          <p:nvPr/>
        </p:nvPicPr>
        <p:blipFill>
          <a:blip r:embed="rId20"/>
          <a:srcRect/>
          <a:stretch/>
        </p:blipFill>
        <p:spPr>
          <a:xfrm>
            <a:off x="9813336" y="5739149"/>
            <a:ext cx="497785" cy="557990"/>
          </a:xfrm>
          <a:prstGeom prst="rect">
            <a:avLst/>
          </a:prstGeom>
        </p:spPr>
      </p:pic>
    </p:spTree>
    <p:extLst>
      <p:ext uri="{BB962C8B-B14F-4D97-AF65-F5344CB8AC3E}">
        <p14:creationId xmlns:p14="http://schemas.microsoft.com/office/powerpoint/2010/main" val="2082928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21F7-FD5B-CC0C-29AB-30C0E3E059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6362A0-3F10-E219-8B7D-8C7C58B0624C}"/>
              </a:ext>
            </a:extLst>
          </p:cNvPr>
          <p:cNvSpPr txBox="1"/>
          <p:nvPr/>
        </p:nvSpPr>
        <p:spPr>
          <a:xfrm>
            <a:off x="3657600" y="2812357"/>
            <a:ext cx="4876800" cy="707886"/>
          </a:xfrm>
          <a:prstGeom prst="rect">
            <a:avLst/>
          </a:prstGeom>
          <a:noFill/>
        </p:spPr>
        <p:txBody>
          <a:bodyPr wrap="square">
            <a:spAutoFit/>
          </a:bodyPr>
          <a:lstStyle/>
          <a:p>
            <a:pPr algn="ctr">
              <a:buNone/>
            </a:pPr>
            <a:r>
              <a:rPr lang="en-US" sz="4000" b="1" dirty="0">
                <a:effectLst/>
                <a:latin typeface="Aptos" panose="020B0004020202020204" pitchFamily="34" charset="0"/>
              </a:rPr>
              <a:t>100% Open Source</a:t>
            </a:r>
            <a:endParaRPr lang="en-US" sz="4000" dirty="0">
              <a:effectLst/>
              <a:latin typeface="Aptos" panose="020B0004020202020204" pitchFamily="34" charset="0"/>
            </a:endParaRPr>
          </a:p>
        </p:txBody>
      </p:sp>
    </p:spTree>
    <p:extLst>
      <p:ext uri="{BB962C8B-B14F-4D97-AF65-F5344CB8AC3E}">
        <p14:creationId xmlns:p14="http://schemas.microsoft.com/office/powerpoint/2010/main" val="3393366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6A19-B8D4-FB3B-082A-7F4B43D4388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5081F38-7CC1-1BBC-9CAF-D41509DA9FBA}"/>
              </a:ext>
            </a:extLst>
          </p:cNvPr>
          <p:cNvSpPr txBox="1"/>
          <p:nvPr/>
        </p:nvSpPr>
        <p:spPr>
          <a:xfrm>
            <a:off x="1398899" y="2767280"/>
            <a:ext cx="9394201" cy="1323439"/>
          </a:xfrm>
          <a:prstGeom prst="rect">
            <a:avLst/>
          </a:prstGeom>
          <a:noFill/>
        </p:spPr>
        <p:txBody>
          <a:bodyPr wrap="square">
            <a:spAutoFit/>
          </a:bodyPr>
          <a:lstStyle/>
          <a:p>
            <a:pPr algn="ctr">
              <a:buNone/>
            </a:pPr>
            <a:r>
              <a:rPr lang="en-US" sz="4000" b="1" dirty="0">
                <a:effectLst/>
                <a:latin typeface="Aptos" panose="020B0004020202020204" pitchFamily="34" charset="0"/>
              </a:rPr>
              <a:t>Reference architecture </a:t>
            </a:r>
          </a:p>
          <a:p>
            <a:pPr algn="ctr">
              <a:buNone/>
            </a:pPr>
            <a:r>
              <a:rPr lang="en-US" sz="4000" b="1" dirty="0">
                <a:effectLst/>
                <a:latin typeface="Aptos" panose="020B0004020202020204" pitchFamily="34" charset="0"/>
              </a:rPr>
              <a:t>for an interoperable cloud</a:t>
            </a:r>
            <a:endParaRPr lang="en-US" sz="4000" dirty="0">
              <a:effectLst/>
              <a:latin typeface="Aptos" panose="020B0004020202020204" pitchFamily="34" charset="0"/>
            </a:endParaRPr>
          </a:p>
        </p:txBody>
      </p:sp>
    </p:spTree>
    <p:extLst>
      <p:ext uri="{BB962C8B-B14F-4D97-AF65-F5344CB8AC3E}">
        <p14:creationId xmlns:p14="http://schemas.microsoft.com/office/powerpoint/2010/main" val="8006243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AA2EB-EEF3-BF46-76C8-42605CFF2999}"/>
            </a:ext>
          </a:extLst>
        </p:cNvPr>
        <p:cNvGrpSpPr/>
        <p:nvPr/>
      </p:nvGrpSpPr>
      <p:grpSpPr>
        <a:xfrm>
          <a:off x="0" y="0"/>
          <a:ext cx="0" cy="0"/>
          <a:chOff x="0" y="0"/>
          <a:chExt cx="0" cy="0"/>
        </a:xfrm>
      </p:grpSpPr>
      <p:pic>
        <p:nvPicPr>
          <p:cNvPr id="8" name="Graphic 7">
            <a:extLst>
              <a:ext uri="{FF2B5EF4-FFF2-40B4-BE49-F238E27FC236}">
                <a16:creationId xmlns:a16="http://schemas.microsoft.com/office/drawing/2014/main" id="{BA4A6DBD-508F-5178-2139-D8115CC7E2EA}"/>
              </a:ext>
            </a:extLst>
          </p:cNvPr>
          <p:cNvPicPr>
            <a:picLocks noChangeAspect="1"/>
          </p:cNvPicPr>
          <p:nvPr/>
        </p:nvPicPr>
        <p:blipFill>
          <a:blip r:embed="rId2"/>
          <a:srcRect/>
          <a:stretch/>
        </p:blipFill>
        <p:spPr>
          <a:xfrm>
            <a:off x="3545055" y="1726033"/>
            <a:ext cx="4407924" cy="4345666"/>
          </a:xfrm>
          <a:prstGeom prst="rect">
            <a:avLst/>
          </a:prstGeom>
        </p:spPr>
      </p:pic>
      <p:sp>
        <p:nvSpPr>
          <p:cNvPr id="9" name="TextBox 8">
            <a:extLst>
              <a:ext uri="{FF2B5EF4-FFF2-40B4-BE49-F238E27FC236}">
                <a16:creationId xmlns:a16="http://schemas.microsoft.com/office/drawing/2014/main" id="{1296A361-716C-0EC5-FBDE-2A93A3649B77}"/>
              </a:ext>
            </a:extLst>
          </p:cNvPr>
          <p:cNvSpPr txBox="1"/>
          <p:nvPr/>
        </p:nvSpPr>
        <p:spPr>
          <a:xfrm rot="16200000">
            <a:off x="6290682" y="3675647"/>
            <a:ext cx="3903732" cy="477054"/>
          </a:xfrm>
          <a:prstGeom prst="rect">
            <a:avLst/>
          </a:prstGeom>
          <a:noFill/>
        </p:spPr>
        <p:txBody>
          <a:bodyPr wrap="square">
            <a:spAutoFit/>
          </a:bodyPr>
          <a:lstStyle/>
          <a:p>
            <a:pPr algn="ctr">
              <a:buNone/>
            </a:pPr>
            <a:r>
              <a:rPr lang="en-US" sz="2500" i="1" dirty="0">
                <a:effectLst/>
                <a:latin typeface="Aptos" panose="020B0004020202020204" pitchFamily="34" charset="0"/>
              </a:rPr>
              <a:t>Technology stack level</a:t>
            </a:r>
            <a:endParaRPr lang="en-US" sz="2500" dirty="0">
              <a:effectLst/>
              <a:latin typeface="Aptos" panose="020B0004020202020204" pitchFamily="34" charset="0"/>
            </a:endParaRPr>
          </a:p>
        </p:txBody>
      </p:sp>
      <p:cxnSp>
        <p:nvCxnSpPr>
          <p:cNvPr id="10" name="Straight Connector 9">
            <a:extLst>
              <a:ext uri="{FF2B5EF4-FFF2-40B4-BE49-F238E27FC236}">
                <a16:creationId xmlns:a16="http://schemas.microsoft.com/office/drawing/2014/main" id="{E55B872F-712D-F74B-8A73-B8B630B9D43C}"/>
              </a:ext>
            </a:extLst>
          </p:cNvPr>
          <p:cNvCxnSpPr>
            <a:cxnSpLocks/>
          </p:cNvCxnSpPr>
          <p:nvPr/>
        </p:nvCxnSpPr>
        <p:spPr>
          <a:xfrm>
            <a:off x="8030318" y="1962307"/>
            <a:ext cx="1" cy="3979708"/>
          </a:xfrm>
          <a:prstGeom prst="line">
            <a:avLst/>
          </a:prstGeom>
          <a:ln>
            <a:solidFill>
              <a:schemeClr val="accent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Triangle 10">
            <a:extLst>
              <a:ext uri="{FF2B5EF4-FFF2-40B4-BE49-F238E27FC236}">
                <a16:creationId xmlns:a16="http://schemas.microsoft.com/office/drawing/2014/main" id="{FF2F56C5-1210-B387-2ACD-FBCBBDCE1DD8}"/>
              </a:ext>
            </a:extLst>
          </p:cNvPr>
          <p:cNvSpPr/>
          <p:nvPr/>
        </p:nvSpPr>
        <p:spPr>
          <a:xfrm>
            <a:off x="7943937" y="1882137"/>
            <a:ext cx="163721" cy="196822"/>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60EFE362-3B37-BE05-5DAE-10A9A92C376C}"/>
              </a:ext>
            </a:extLst>
          </p:cNvPr>
          <p:cNvSpPr/>
          <p:nvPr/>
        </p:nvSpPr>
        <p:spPr>
          <a:xfrm rot="10800000">
            <a:off x="7943937" y="5892204"/>
            <a:ext cx="163721" cy="196822"/>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828DA6D-4BC7-4982-5F82-FBB6646AADE5}"/>
              </a:ext>
            </a:extLst>
          </p:cNvPr>
          <p:cNvSpPr txBox="1"/>
          <p:nvPr/>
        </p:nvSpPr>
        <p:spPr>
          <a:xfrm>
            <a:off x="1398899" y="786302"/>
            <a:ext cx="9394201" cy="1015663"/>
          </a:xfrm>
          <a:prstGeom prst="rect">
            <a:avLst/>
          </a:prstGeom>
          <a:noFill/>
        </p:spPr>
        <p:txBody>
          <a:bodyPr wrap="square">
            <a:spAutoFit/>
          </a:bodyPr>
          <a:lstStyle/>
          <a:p>
            <a:pPr algn="ctr">
              <a:buNone/>
            </a:pPr>
            <a:r>
              <a:rPr lang="en-US" sz="3000" b="1" dirty="0">
                <a:effectLst/>
                <a:latin typeface="Aptos" panose="020B0004020202020204" pitchFamily="34" charset="0"/>
              </a:rPr>
              <a:t>Reference architecture </a:t>
            </a:r>
          </a:p>
          <a:p>
            <a:pPr algn="ctr">
              <a:buNone/>
            </a:pPr>
            <a:r>
              <a:rPr lang="en-US" sz="3000" b="1" dirty="0">
                <a:effectLst/>
                <a:latin typeface="Aptos" panose="020B0004020202020204" pitchFamily="34" charset="0"/>
              </a:rPr>
              <a:t>for an interoperable cloud</a:t>
            </a:r>
            <a:endParaRPr lang="en-US" sz="3000" dirty="0">
              <a:effectLst/>
              <a:latin typeface="Aptos" panose="020B0004020202020204" pitchFamily="34" charset="0"/>
            </a:endParaRPr>
          </a:p>
        </p:txBody>
      </p:sp>
      <p:sp>
        <p:nvSpPr>
          <p:cNvPr id="19" name="Rectangle 18">
            <a:extLst>
              <a:ext uri="{FF2B5EF4-FFF2-40B4-BE49-F238E27FC236}">
                <a16:creationId xmlns:a16="http://schemas.microsoft.com/office/drawing/2014/main" id="{9D540233-DA4A-52DF-4EB1-AEFCAF17B73F}"/>
              </a:ext>
            </a:extLst>
          </p:cNvPr>
          <p:cNvSpPr/>
          <p:nvPr/>
        </p:nvSpPr>
        <p:spPr>
          <a:xfrm>
            <a:off x="5440829" y="1726033"/>
            <a:ext cx="2340805" cy="4345666"/>
          </a:xfrm>
          <a:prstGeom prst="rect">
            <a:avLst/>
          </a:prstGeom>
          <a:gradFill>
            <a:gsLst>
              <a:gs pos="0">
                <a:schemeClr val="bg1">
                  <a:alpha val="0"/>
                </a:schemeClr>
              </a:gs>
              <a:gs pos="90000">
                <a:srgbClr val="F6FB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F12F268-0ADA-BA39-5D1B-3636DE55A508}"/>
              </a:ext>
            </a:extLst>
          </p:cNvPr>
          <p:cNvSpPr/>
          <p:nvPr/>
        </p:nvSpPr>
        <p:spPr>
          <a:xfrm>
            <a:off x="9221492" y="412542"/>
            <a:ext cx="2774196" cy="4453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515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42"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outHorizontal)">
                                      <p:cBhvr>
                                        <p:cTn id="7" dur="500"/>
                                        <p:tgtEl>
                                          <p:spTgt spid="8"/>
                                        </p:tgtEl>
                                      </p:cBhvr>
                                    </p:animEffect>
                                  </p:childTnLst>
                                </p:cTn>
                              </p:par>
                              <p:par>
                                <p:cTn id="8" presetID="16" presetClass="entr" presetSubtype="42"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outHorizontal)">
                                      <p:cBhvr>
                                        <p:cTn id="10" dur="500"/>
                                        <p:tgtEl>
                                          <p:spTgt spid="11"/>
                                        </p:tgtEl>
                                      </p:cBhvr>
                                    </p:animEffect>
                                  </p:childTnLst>
                                </p:cTn>
                              </p:par>
                              <p:par>
                                <p:cTn id="11" presetID="16" presetClass="entr" presetSubtype="42"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barn(outHorizontal)">
                                      <p:cBhvr>
                                        <p:cTn id="13" dur="500"/>
                                        <p:tgtEl>
                                          <p:spTgt spid="12"/>
                                        </p:tgtEl>
                                      </p:cBhvr>
                                    </p:animEffect>
                                  </p:childTnLst>
                                </p:cTn>
                              </p:par>
                              <p:par>
                                <p:cTn id="14" presetID="16" presetClass="entr" presetSubtype="42"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barn(outHorizontal)">
                                      <p:cBhvr>
                                        <p:cTn id="16" dur="500"/>
                                        <p:tgtEl>
                                          <p:spTgt spid="10"/>
                                        </p:tgtEl>
                                      </p:cBhvr>
                                    </p:animEffect>
                                  </p:childTnLst>
                                </p:cTn>
                              </p:par>
                              <p:par>
                                <p:cTn id="17" presetID="16" presetClass="entr" presetSubtype="42"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barn(outHorizontal)">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nodePh="1">
                                  <p:stCondLst>
                                    <p:cond delay="0"/>
                                  </p:stCondLst>
                                  <p:endCondLst>
                                    <p:cond evt="begin" delay="0">
                                      <p:tn val="22"/>
                                    </p:cond>
                                  </p:end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fill="hold"/>
                                        <p:tgtEl>
                                          <p:spTgt spid="3"/>
                                        </p:tgtEl>
                                        <p:attrNameLst>
                                          <p:attrName>ppt_x</p:attrName>
                                        </p:attrNameLst>
                                      </p:cBhvr>
                                      <p:tavLst>
                                        <p:tav tm="0">
                                          <p:val>
                                            <p:strVal val="#ppt_x"/>
                                          </p:val>
                                        </p:tav>
                                        <p:tav tm="100000">
                                          <p:val>
                                            <p:strVal val="#ppt_x"/>
                                          </p:val>
                                        </p:tav>
                                      </p:tavLst>
                                    </p:anim>
                                    <p:anim calcmode="lin" valueType="num">
                                      <p:cBhvr additive="base">
                                        <p:cTn id="2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2" grpId="0" animBg="1"/>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826A11F-5FFC-4256-3751-F97712425F75}"/>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26F9E1B5-2502-C8B1-E4CB-B6413E27D852}"/>
              </a:ext>
            </a:extLst>
          </p:cNvPr>
          <p:cNvSpPr/>
          <p:nvPr/>
        </p:nvSpPr>
        <p:spPr>
          <a:xfrm rot="16200000">
            <a:off x="6493105" y="3884844"/>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41A548BD-473E-E22C-F590-9588A59B2DA6}"/>
              </a:ext>
            </a:extLst>
          </p:cNvPr>
          <p:cNvPicPr>
            <a:picLocks noChangeAspect="1"/>
          </p:cNvPicPr>
          <p:nvPr/>
        </p:nvPicPr>
        <p:blipFill>
          <a:blip r:embed="rId3"/>
          <a:stretch>
            <a:fillRect/>
          </a:stretch>
        </p:blipFill>
        <p:spPr>
          <a:xfrm>
            <a:off x="8552273" y="2086906"/>
            <a:ext cx="345034" cy="546304"/>
          </a:xfrm>
          <a:prstGeom prst="rect">
            <a:avLst/>
          </a:prstGeom>
        </p:spPr>
      </p:pic>
      <p:sp>
        <p:nvSpPr>
          <p:cNvPr id="30" name="Rectangle 29">
            <a:extLst>
              <a:ext uri="{FF2B5EF4-FFF2-40B4-BE49-F238E27FC236}">
                <a16:creationId xmlns:a16="http://schemas.microsoft.com/office/drawing/2014/main" id="{F4872EEB-1E72-4CC0-EC49-88195AF8B3C0}"/>
              </a:ext>
            </a:extLst>
          </p:cNvPr>
          <p:cNvSpPr/>
          <p:nvPr/>
        </p:nvSpPr>
        <p:spPr>
          <a:xfrm>
            <a:off x="8416211" y="2033181"/>
            <a:ext cx="600257" cy="521093"/>
          </a:xfrm>
          <a:prstGeom prst="rect">
            <a:avLst/>
          </a:prstGeom>
          <a:solidFill>
            <a:srgbClr val="A6CA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44456F34-3243-6A3D-9975-CDA4BC8EC3B4}"/>
              </a:ext>
            </a:extLst>
          </p:cNvPr>
          <p:cNvSpPr/>
          <p:nvPr/>
        </p:nvSpPr>
        <p:spPr>
          <a:xfrm rot="16200000">
            <a:off x="7242614" y="3884844"/>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E75C44B4-E0E3-AE11-A837-5316C8C88F1B}"/>
              </a:ext>
            </a:extLst>
          </p:cNvPr>
          <p:cNvSpPr/>
          <p:nvPr/>
        </p:nvSpPr>
        <p:spPr>
          <a:xfrm rot="16200000">
            <a:off x="7992122" y="3884844"/>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9A0D9085-264A-87D5-2D8E-214808DB217B}"/>
              </a:ext>
            </a:extLst>
          </p:cNvPr>
          <p:cNvSpPr/>
          <p:nvPr/>
        </p:nvSpPr>
        <p:spPr>
          <a:xfrm>
            <a:off x="1519021" y="1305250"/>
            <a:ext cx="6745573" cy="439667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F1868-3A73-880E-1B23-F03FDC6C20CC}"/>
              </a:ext>
            </a:extLst>
          </p:cNvPr>
          <p:cNvSpPr/>
          <p:nvPr/>
        </p:nvSpPr>
        <p:spPr>
          <a:xfrm>
            <a:off x="1638941" y="1984838"/>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DF8C31F-2B14-01CB-2688-1FB56BDA2462}"/>
              </a:ext>
            </a:extLst>
          </p:cNvPr>
          <p:cNvSpPr/>
          <p:nvPr/>
        </p:nvSpPr>
        <p:spPr>
          <a:xfrm>
            <a:off x="4966757" y="2734343"/>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3F517C1-D63E-CF68-2D99-C9CA40D5BCC8}"/>
              </a:ext>
            </a:extLst>
          </p:cNvPr>
          <p:cNvSpPr/>
          <p:nvPr/>
        </p:nvSpPr>
        <p:spPr>
          <a:xfrm>
            <a:off x="1638941" y="2734343"/>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E96B2AD-1686-EC6A-565C-28EC347D9831}"/>
              </a:ext>
            </a:extLst>
          </p:cNvPr>
          <p:cNvSpPr/>
          <p:nvPr/>
        </p:nvSpPr>
        <p:spPr>
          <a:xfrm>
            <a:off x="1638941" y="3483700"/>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8F20675-3A52-1BD7-98F4-DC1D1D4586B6}"/>
              </a:ext>
            </a:extLst>
          </p:cNvPr>
          <p:cNvSpPr/>
          <p:nvPr/>
        </p:nvSpPr>
        <p:spPr>
          <a:xfrm>
            <a:off x="1638941" y="4214628"/>
            <a:ext cx="6535712"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8BF81D3-5E73-990E-CE35-D77C3B22F4BD}"/>
              </a:ext>
            </a:extLst>
          </p:cNvPr>
          <p:cNvSpPr/>
          <p:nvPr/>
        </p:nvSpPr>
        <p:spPr>
          <a:xfrm>
            <a:off x="1638941" y="4940342"/>
            <a:ext cx="4775439"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9760F7F-37EE-8F33-107F-4309DAB6DB2B}"/>
              </a:ext>
            </a:extLst>
          </p:cNvPr>
          <p:cNvSpPr/>
          <p:nvPr/>
        </p:nvSpPr>
        <p:spPr>
          <a:xfrm>
            <a:off x="6501228" y="4940342"/>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D2FC19-3572-A9A2-6C45-9D4FBE23E88F}"/>
              </a:ext>
            </a:extLst>
          </p:cNvPr>
          <p:cNvSpPr/>
          <p:nvPr/>
        </p:nvSpPr>
        <p:spPr>
          <a:xfrm>
            <a:off x="1638941" y="5767656"/>
            <a:ext cx="4775439"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F0CE9F6-5080-53E2-7EC5-09E0D6B9A487}"/>
              </a:ext>
            </a:extLst>
          </p:cNvPr>
          <p:cNvSpPr/>
          <p:nvPr/>
        </p:nvSpPr>
        <p:spPr>
          <a:xfrm>
            <a:off x="6501228" y="5767656"/>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B428EFD-CEC2-47CC-B6D8-1F21D81A3D24}"/>
              </a:ext>
            </a:extLst>
          </p:cNvPr>
          <p:cNvSpPr txBox="1"/>
          <p:nvPr/>
        </p:nvSpPr>
        <p:spPr>
          <a:xfrm>
            <a:off x="3242889" y="1444957"/>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Federation</a:t>
            </a:r>
          </a:p>
        </p:txBody>
      </p:sp>
      <p:sp>
        <p:nvSpPr>
          <p:cNvPr id="31" name="TextBox 30">
            <a:extLst>
              <a:ext uri="{FF2B5EF4-FFF2-40B4-BE49-F238E27FC236}">
                <a16:creationId xmlns:a16="http://schemas.microsoft.com/office/drawing/2014/main" id="{D9E5645F-9586-1D14-EE88-1C942E46400E}"/>
              </a:ext>
            </a:extLst>
          </p:cNvPr>
          <p:cNvSpPr txBox="1"/>
          <p:nvPr/>
        </p:nvSpPr>
        <p:spPr>
          <a:xfrm>
            <a:off x="3242889" y="2128674"/>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Application</a:t>
            </a:r>
          </a:p>
        </p:txBody>
      </p:sp>
      <p:sp>
        <p:nvSpPr>
          <p:cNvPr id="33" name="TextBox 32">
            <a:extLst>
              <a:ext uri="{FF2B5EF4-FFF2-40B4-BE49-F238E27FC236}">
                <a16:creationId xmlns:a16="http://schemas.microsoft.com/office/drawing/2014/main" id="{F0300EE5-302D-AEC7-5F42-2C7A67378888}"/>
              </a:ext>
            </a:extLst>
          </p:cNvPr>
          <p:cNvSpPr txBox="1"/>
          <p:nvPr/>
        </p:nvSpPr>
        <p:spPr>
          <a:xfrm>
            <a:off x="2126993" y="2884808"/>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Data</a:t>
            </a:r>
          </a:p>
        </p:txBody>
      </p:sp>
      <p:sp>
        <p:nvSpPr>
          <p:cNvPr id="35" name="TextBox 34">
            <a:extLst>
              <a:ext uri="{FF2B5EF4-FFF2-40B4-BE49-F238E27FC236}">
                <a16:creationId xmlns:a16="http://schemas.microsoft.com/office/drawing/2014/main" id="{4AF4D311-3708-12DD-03DB-E130262D909C}"/>
              </a:ext>
            </a:extLst>
          </p:cNvPr>
          <p:cNvSpPr txBox="1"/>
          <p:nvPr/>
        </p:nvSpPr>
        <p:spPr>
          <a:xfrm>
            <a:off x="5513131" y="2884808"/>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AI</a:t>
            </a:r>
          </a:p>
        </p:txBody>
      </p:sp>
      <p:sp>
        <p:nvSpPr>
          <p:cNvPr id="37" name="TextBox 36">
            <a:extLst>
              <a:ext uri="{FF2B5EF4-FFF2-40B4-BE49-F238E27FC236}">
                <a16:creationId xmlns:a16="http://schemas.microsoft.com/office/drawing/2014/main" id="{799143E5-DB98-A219-4AAE-8A180EFE2E0D}"/>
              </a:ext>
            </a:extLst>
          </p:cNvPr>
          <p:cNvSpPr txBox="1"/>
          <p:nvPr/>
        </p:nvSpPr>
        <p:spPr>
          <a:xfrm>
            <a:off x="3242889" y="3643149"/>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Service Orchestration</a:t>
            </a:r>
          </a:p>
        </p:txBody>
      </p:sp>
      <p:sp>
        <p:nvSpPr>
          <p:cNvPr id="39" name="TextBox 38">
            <a:extLst>
              <a:ext uri="{FF2B5EF4-FFF2-40B4-BE49-F238E27FC236}">
                <a16:creationId xmlns:a16="http://schemas.microsoft.com/office/drawing/2014/main" id="{6CE6BBED-D3E8-C240-C9EE-24D771848157}"/>
              </a:ext>
            </a:extLst>
          </p:cNvPr>
          <p:cNvSpPr txBox="1"/>
          <p:nvPr/>
        </p:nvSpPr>
        <p:spPr>
          <a:xfrm>
            <a:off x="3242889" y="4357524"/>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Cloud Edge Platform</a:t>
            </a:r>
          </a:p>
        </p:txBody>
      </p:sp>
      <p:sp>
        <p:nvSpPr>
          <p:cNvPr id="41" name="TextBox 40">
            <a:extLst>
              <a:ext uri="{FF2B5EF4-FFF2-40B4-BE49-F238E27FC236}">
                <a16:creationId xmlns:a16="http://schemas.microsoft.com/office/drawing/2014/main" id="{9ABCAFB5-32B9-4E20-F1BE-30FFFAEB3235}"/>
              </a:ext>
            </a:extLst>
          </p:cNvPr>
          <p:cNvSpPr txBox="1"/>
          <p:nvPr/>
        </p:nvSpPr>
        <p:spPr>
          <a:xfrm>
            <a:off x="2292523" y="5086187"/>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Virtualization</a:t>
            </a:r>
          </a:p>
        </p:txBody>
      </p:sp>
      <p:sp>
        <p:nvSpPr>
          <p:cNvPr id="43" name="TextBox 42">
            <a:extLst>
              <a:ext uri="{FF2B5EF4-FFF2-40B4-BE49-F238E27FC236}">
                <a16:creationId xmlns:a16="http://schemas.microsoft.com/office/drawing/2014/main" id="{97036EFF-4987-9B72-3A46-261D30C1F70B}"/>
              </a:ext>
            </a:extLst>
          </p:cNvPr>
          <p:cNvSpPr txBox="1"/>
          <p:nvPr/>
        </p:nvSpPr>
        <p:spPr>
          <a:xfrm>
            <a:off x="1802414" y="5914862"/>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Physical Cloud Edge Resources</a:t>
            </a:r>
          </a:p>
        </p:txBody>
      </p:sp>
      <p:sp>
        <p:nvSpPr>
          <p:cNvPr id="45" name="TextBox 44">
            <a:extLst>
              <a:ext uri="{FF2B5EF4-FFF2-40B4-BE49-F238E27FC236}">
                <a16:creationId xmlns:a16="http://schemas.microsoft.com/office/drawing/2014/main" id="{4A48132E-0699-3421-BF3D-55F0EFD2F10D}"/>
              </a:ext>
            </a:extLst>
          </p:cNvPr>
          <p:cNvSpPr txBox="1"/>
          <p:nvPr/>
        </p:nvSpPr>
        <p:spPr>
          <a:xfrm>
            <a:off x="6311427" y="5011062"/>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Network Systems,</a:t>
            </a:r>
          </a:p>
          <a:p>
            <a:pPr algn="ctr">
              <a:buNone/>
            </a:pPr>
            <a:r>
              <a:rPr lang="en-US" sz="1500" b="1" dirty="0">
                <a:solidFill>
                  <a:schemeClr val="bg1">
                    <a:lumMod val="95000"/>
                  </a:schemeClr>
                </a:solidFill>
                <a:latin typeface="Aptos" panose="020B0004020202020204" pitchFamily="34" charset="0"/>
              </a:rPr>
              <a:t>SDN Controllers</a:t>
            </a:r>
            <a:endParaRPr lang="en-US" sz="1500" b="1" dirty="0">
              <a:solidFill>
                <a:schemeClr val="bg1">
                  <a:lumMod val="95000"/>
                </a:schemeClr>
              </a:solidFill>
              <a:effectLst/>
              <a:latin typeface="Aptos" panose="020B0004020202020204" pitchFamily="34" charset="0"/>
            </a:endParaRPr>
          </a:p>
        </p:txBody>
      </p:sp>
      <p:sp>
        <p:nvSpPr>
          <p:cNvPr id="47" name="TextBox 46">
            <a:extLst>
              <a:ext uri="{FF2B5EF4-FFF2-40B4-BE49-F238E27FC236}">
                <a16:creationId xmlns:a16="http://schemas.microsoft.com/office/drawing/2014/main" id="{3EEA4CE0-CC7C-8FFF-004B-48B43A48DB6F}"/>
              </a:ext>
            </a:extLst>
          </p:cNvPr>
          <p:cNvSpPr txBox="1"/>
          <p:nvPr/>
        </p:nvSpPr>
        <p:spPr>
          <a:xfrm>
            <a:off x="6311427" y="5821945"/>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Physical Network</a:t>
            </a:r>
          </a:p>
          <a:p>
            <a:pPr algn="ctr">
              <a:buNone/>
            </a:pPr>
            <a:r>
              <a:rPr lang="en-US" sz="1500" b="1" dirty="0">
                <a:solidFill>
                  <a:schemeClr val="bg1">
                    <a:lumMod val="95000"/>
                  </a:schemeClr>
                </a:solidFill>
                <a:latin typeface="Aptos" panose="020B0004020202020204" pitchFamily="34" charset="0"/>
              </a:rPr>
              <a:t>Resources</a:t>
            </a:r>
            <a:endParaRPr lang="en-US" sz="1500" b="1" dirty="0">
              <a:solidFill>
                <a:schemeClr val="bg1">
                  <a:lumMod val="95000"/>
                </a:schemeClr>
              </a:solidFill>
              <a:effectLst/>
              <a:latin typeface="Aptos" panose="020B0004020202020204" pitchFamily="34" charset="0"/>
            </a:endParaRPr>
          </a:p>
        </p:txBody>
      </p:sp>
      <p:sp>
        <p:nvSpPr>
          <p:cNvPr id="49" name="Rectangle 48">
            <a:extLst>
              <a:ext uri="{FF2B5EF4-FFF2-40B4-BE49-F238E27FC236}">
                <a16:creationId xmlns:a16="http://schemas.microsoft.com/office/drawing/2014/main" id="{419CC3A6-1BEA-D5C5-5EC4-EA35DDA94AD9}"/>
              </a:ext>
            </a:extLst>
          </p:cNvPr>
          <p:cNvSpPr/>
          <p:nvPr/>
        </p:nvSpPr>
        <p:spPr>
          <a:xfrm>
            <a:off x="5386466" y="5871493"/>
            <a:ext cx="899527" cy="460161"/>
          </a:xfrm>
          <a:prstGeom prst="rect">
            <a:avLst/>
          </a:prstGeom>
          <a:solidFill>
            <a:schemeClr val="tx2">
              <a:lumMod val="10000"/>
              <a:lumOff val="90000"/>
              <a:alpha val="4901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FF3A4B1-8DE6-256F-C095-FEA5C7C2DC93}"/>
              </a:ext>
            </a:extLst>
          </p:cNvPr>
          <p:cNvSpPr txBox="1"/>
          <p:nvPr/>
        </p:nvSpPr>
        <p:spPr>
          <a:xfrm>
            <a:off x="5366991" y="5882342"/>
            <a:ext cx="977648" cy="461665"/>
          </a:xfrm>
          <a:prstGeom prst="rect">
            <a:avLst/>
          </a:prstGeom>
          <a:noFill/>
        </p:spPr>
        <p:txBody>
          <a:bodyPr wrap="square">
            <a:spAutoFit/>
          </a:bodyPr>
          <a:lstStyle/>
          <a:p>
            <a:pPr>
              <a:buNone/>
            </a:pPr>
            <a:r>
              <a:rPr lang="en-US" sz="1200" dirty="0">
                <a:solidFill>
                  <a:schemeClr val="bg1">
                    <a:lumMod val="95000"/>
                  </a:schemeClr>
                </a:solidFill>
                <a:effectLst/>
                <a:latin typeface="Aptos" panose="020B0004020202020204" pitchFamily="34" charset="0"/>
              </a:rPr>
              <a:t>In DC </a:t>
            </a:r>
          </a:p>
          <a:p>
            <a:pPr>
              <a:buNone/>
            </a:pPr>
            <a:r>
              <a:rPr lang="en-US" sz="1200" dirty="0">
                <a:solidFill>
                  <a:schemeClr val="bg1">
                    <a:lumMod val="95000"/>
                  </a:schemeClr>
                </a:solidFill>
                <a:effectLst/>
                <a:latin typeface="Aptos" panose="020B0004020202020204" pitchFamily="34" charset="0"/>
              </a:rPr>
              <a:t>Networking</a:t>
            </a:r>
          </a:p>
        </p:txBody>
      </p:sp>
      <p:sp>
        <p:nvSpPr>
          <p:cNvPr id="53" name="TextBox 52">
            <a:extLst>
              <a:ext uri="{FF2B5EF4-FFF2-40B4-BE49-F238E27FC236}">
                <a16:creationId xmlns:a16="http://schemas.microsoft.com/office/drawing/2014/main" id="{701EDEC6-AF07-8E9D-77D7-BE5AA95C4BED}"/>
              </a:ext>
            </a:extLst>
          </p:cNvPr>
          <p:cNvSpPr txBox="1"/>
          <p:nvPr/>
        </p:nvSpPr>
        <p:spPr>
          <a:xfrm rot="16200000">
            <a:off x="6978504" y="4029963"/>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Sustainability</a:t>
            </a:r>
          </a:p>
        </p:txBody>
      </p:sp>
      <p:sp>
        <p:nvSpPr>
          <p:cNvPr id="55" name="TextBox 54">
            <a:extLst>
              <a:ext uri="{FF2B5EF4-FFF2-40B4-BE49-F238E27FC236}">
                <a16:creationId xmlns:a16="http://schemas.microsoft.com/office/drawing/2014/main" id="{D0F102D8-3C67-2899-2B00-78ED5A971FEF}"/>
              </a:ext>
            </a:extLst>
          </p:cNvPr>
          <p:cNvSpPr txBox="1"/>
          <p:nvPr/>
        </p:nvSpPr>
        <p:spPr>
          <a:xfrm rot="16200000">
            <a:off x="7729619" y="4029963"/>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Security and Compliance</a:t>
            </a:r>
          </a:p>
        </p:txBody>
      </p:sp>
      <p:sp>
        <p:nvSpPr>
          <p:cNvPr id="60" name="TextBox 59">
            <a:extLst>
              <a:ext uri="{FF2B5EF4-FFF2-40B4-BE49-F238E27FC236}">
                <a16:creationId xmlns:a16="http://schemas.microsoft.com/office/drawing/2014/main" id="{0B7891FC-BA4E-2729-8BB5-C9FBD916B9C9}"/>
              </a:ext>
            </a:extLst>
          </p:cNvPr>
          <p:cNvSpPr txBox="1"/>
          <p:nvPr/>
        </p:nvSpPr>
        <p:spPr>
          <a:xfrm rot="16200000">
            <a:off x="8469849" y="4029963"/>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Management</a:t>
            </a:r>
          </a:p>
        </p:txBody>
      </p:sp>
      <p:pic>
        <p:nvPicPr>
          <p:cNvPr id="8" name="Graphic 7">
            <a:extLst>
              <a:ext uri="{FF2B5EF4-FFF2-40B4-BE49-F238E27FC236}">
                <a16:creationId xmlns:a16="http://schemas.microsoft.com/office/drawing/2014/main" id="{B7B67605-3D1D-CEAC-049A-A26B6C9DA4BB}"/>
              </a:ext>
            </a:extLst>
          </p:cNvPr>
          <p:cNvPicPr>
            <a:picLocks noChangeAspect="1"/>
          </p:cNvPicPr>
          <p:nvPr/>
        </p:nvPicPr>
        <p:blipFill>
          <a:blip r:embed="rId4"/>
          <a:srcRect/>
          <a:stretch/>
        </p:blipFill>
        <p:spPr>
          <a:xfrm>
            <a:off x="9987515" y="2759748"/>
            <a:ext cx="442160" cy="433692"/>
          </a:xfrm>
          <a:prstGeom prst="rect">
            <a:avLst/>
          </a:prstGeom>
        </p:spPr>
      </p:pic>
      <p:pic>
        <p:nvPicPr>
          <p:cNvPr id="10" name="Graphic 9">
            <a:extLst>
              <a:ext uri="{FF2B5EF4-FFF2-40B4-BE49-F238E27FC236}">
                <a16:creationId xmlns:a16="http://schemas.microsoft.com/office/drawing/2014/main" id="{8E13779F-66AA-E4B0-1D73-A30EC90BE8F3}"/>
              </a:ext>
            </a:extLst>
          </p:cNvPr>
          <p:cNvPicPr>
            <a:picLocks noChangeAspect="1"/>
          </p:cNvPicPr>
          <p:nvPr/>
        </p:nvPicPr>
        <p:blipFill>
          <a:blip r:embed="rId5"/>
          <a:srcRect/>
          <a:stretch/>
        </p:blipFill>
        <p:spPr>
          <a:xfrm>
            <a:off x="1725196" y="5000318"/>
            <a:ext cx="508189" cy="512279"/>
          </a:xfrm>
          <a:prstGeom prst="rect">
            <a:avLst/>
          </a:prstGeom>
        </p:spPr>
      </p:pic>
      <p:pic>
        <p:nvPicPr>
          <p:cNvPr id="25" name="Graphic 24">
            <a:extLst>
              <a:ext uri="{FF2B5EF4-FFF2-40B4-BE49-F238E27FC236}">
                <a16:creationId xmlns:a16="http://schemas.microsoft.com/office/drawing/2014/main" id="{2E30539F-4BDB-CA17-993F-F09D31839554}"/>
              </a:ext>
            </a:extLst>
          </p:cNvPr>
          <p:cNvPicPr>
            <a:picLocks noChangeAspect="1"/>
          </p:cNvPicPr>
          <p:nvPr/>
        </p:nvPicPr>
        <p:blipFill>
          <a:blip r:embed="rId6"/>
          <a:srcRect/>
          <a:stretch/>
        </p:blipFill>
        <p:spPr>
          <a:xfrm>
            <a:off x="1777675" y="1398485"/>
            <a:ext cx="339494" cy="493149"/>
          </a:xfrm>
          <a:prstGeom prst="rect">
            <a:avLst/>
          </a:prstGeom>
        </p:spPr>
      </p:pic>
      <p:pic>
        <p:nvPicPr>
          <p:cNvPr id="42" name="Graphic 41">
            <a:extLst>
              <a:ext uri="{FF2B5EF4-FFF2-40B4-BE49-F238E27FC236}">
                <a16:creationId xmlns:a16="http://schemas.microsoft.com/office/drawing/2014/main" id="{5B7D0B11-4746-3F22-BE68-F181F3A73ED3}"/>
              </a:ext>
            </a:extLst>
          </p:cNvPr>
          <p:cNvPicPr>
            <a:picLocks noChangeAspect="1"/>
          </p:cNvPicPr>
          <p:nvPr/>
        </p:nvPicPr>
        <p:blipFill>
          <a:blip r:embed="rId7"/>
          <a:srcRect/>
          <a:stretch/>
        </p:blipFill>
        <p:spPr>
          <a:xfrm>
            <a:off x="10030947" y="2078122"/>
            <a:ext cx="314271" cy="563804"/>
          </a:xfrm>
          <a:prstGeom prst="rect">
            <a:avLst/>
          </a:prstGeom>
        </p:spPr>
      </p:pic>
      <p:pic>
        <p:nvPicPr>
          <p:cNvPr id="46" name="Graphic 45">
            <a:extLst>
              <a:ext uri="{FF2B5EF4-FFF2-40B4-BE49-F238E27FC236}">
                <a16:creationId xmlns:a16="http://schemas.microsoft.com/office/drawing/2014/main" id="{DFEAED4B-58B4-0C90-2D0D-037633342BF5}"/>
              </a:ext>
            </a:extLst>
          </p:cNvPr>
          <p:cNvPicPr>
            <a:picLocks noChangeAspect="1"/>
          </p:cNvPicPr>
          <p:nvPr/>
        </p:nvPicPr>
        <p:blipFill>
          <a:blip r:embed="rId8"/>
          <a:srcRect/>
          <a:stretch/>
        </p:blipFill>
        <p:spPr>
          <a:xfrm>
            <a:off x="2430719" y="5012844"/>
            <a:ext cx="316677" cy="515252"/>
          </a:xfrm>
          <a:prstGeom prst="rect">
            <a:avLst/>
          </a:prstGeom>
        </p:spPr>
      </p:pic>
      <p:pic>
        <p:nvPicPr>
          <p:cNvPr id="7" name="Graphic 6">
            <a:extLst>
              <a:ext uri="{FF2B5EF4-FFF2-40B4-BE49-F238E27FC236}">
                <a16:creationId xmlns:a16="http://schemas.microsoft.com/office/drawing/2014/main" id="{BFF5035E-1768-05DE-B678-83E6C3DC08B8}"/>
              </a:ext>
            </a:extLst>
          </p:cNvPr>
          <p:cNvPicPr>
            <a:picLocks noChangeAspect="1"/>
          </p:cNvPicPr>
          <p:nvPr/>
        </p:nvPicPr>
        <p:blipFill>
          <a:blip r:embed="rId9"/>
          <a:srcRect/>
          <a:stretch/>
        </p:blipFill>
        <p:spPr>
          <a:xfrm>
            <a:off x="9226887" y="2086906"/>
            <a:ext cx="467547" cy="511582"/>
          </a:xfrm>
          <a:prstGeom prst="rect">
            <a:avLst/>
          </a:prstGeom>
        </p:spPr>
      </p:pic>
      <p:pic>
        <p:nvPicPr>
          <p:cNvPr id="9" name="Graphic 8">
            <a:extLst>
              <a:ext uri="{FF2B5EF4-FFF2-40B4-BE49-F238E27FC236}">
                <a16:creationId xmlns:a16="http://schemas.microsoft.com/office/drawing/2014/main" id="{F211DE9D-86BE-E494-7A5A-7A21666A9CEA}"/>
              </a:ext>
            </a:extLst>
          </p:cNvPr>
          <p:cNvPicPr>
            <a:picLocks noChangeAspect="1"/>
          </p:cNvPicPr>
          <p:nvPr/>
        </p:nvPicPr>
        <p:blipFill>
          <a:blip r:embed="rId10"/>
          <a:srcRect/>
          <a:stretch/>
        </p:blipFill>
        <p:spPr>
          <a:xfrm>
            <a:off x="2291284" y="2045548"/>
            <a:ext cx="437102" cy="555972"/>
          </a:xfrm>
          <a:prstGeom prst="rect">
            <a:avLst/>
          </a:prstGeom>
        </p:spPr>
      </p:pic>
      <p:pic>
        <p:nvPicPr>
          <p:cNvPr id="11" name="Graphic 10">
            <a:extLst>
              <a:ext uri="{FF2B5EF4-FFF2-40B4-BE49-F238E27FC236}">
                <a16:creationId xmlns:a16="http://schemas.microsoft.com/office/drawing/2014/main" id="{0FC537A0-65CA-95B5-4E92-589EF4882188}"/>
              </a:ext>
            </a:extLst>
          </p:cNvPr>
          <p:cNvPicPr>
            <a:picLocks noChangeAspect="1"/>
          </p:cNvPicPr>
          <p:nvPr/>
        </p:nvPicPr>
        <p:blipFill>
          <a:blip r:embed="rId11"/>
          <a:srcRect/>
          <a:stretch/>
        </p:blipFill>
        <p:spPr>
          <a:xfrm>
            <a:off x="1754910" y="2049187"/>
            <a:ext cx="400586" cy="542126"/>
          </a:xfrm>
          <a:prstGeom prst="rect">
            <a:avLst/>
          </a:prstGeom>
        </p:spPr>
      </p:pic>
      <p:pic>
        <p:nvPicPr>
          <p:cNvPr id="19" name="Graphic 18">
            <a:extLst>
              <a:ext uri="{FF2B5EF4-FFF2-40B4-BE49-F238E27FC236}">
                <a16:creationId xmlns:a16="http://schemas.microsoft.com/office/drawing/2014/main" id="{CAC31DDA-4081-6817-671D-284E9108893D}"/>
              </a:ext>
            </a:extLst>
          </p:cNvPr>
          <p:cNvPicPr>
            <a:picLocks noChangeAspect="1"/>
          </p:cNvPicPr>
          <p:nvPr/>
        </p:nvPicPr>
        <p:blipFill>
          <a:blip r:embed="rId12"/>
          <a:srcRect/>
          <a:stretch/>
        </p:blipFill>
        <p:spPr>
          <a:xfrm>
            <a:off x="1754910" y="2791536"/>
            <a:ext cx="396712" cy="565852"/>
          </a:xfrm>
          <a:prstGeom prst="rect">
            <a:avLst/>
          </a:prstGeom>
        </p:spPr>
      </p:pic>
      <p:pic>
        <p:nvPicPr>
          <p:cNvPr id="24" name="Graphic 23">
            <a:extLst>
              <a:ext uri="{FF2B5EF4-FFF2-40B4-BE49-F238E27FC236}">
                <a16:creationId xmlns:a16="http://schemas.microsoft.com/office/drawing/2014/main" id="{9757C319-B952-C83D-1F0B-0290F5637997}"/>
              </a:ext>
            </a:extLst>
          </p:cNvPr>
          <p:cNvPicPr>
            <a:picLocks noChangeAspect="1"/>
          </p:cNvPicPr>
          <p:nvPr/>
        </p:nvPicPr>
        <p:blipFill>
          <a:blip r:embed="rId13"/>
          <a:srcRect/>
          <a:stretch/>
        </p:blipFill>
        <p:spPr>
          <a:xfrm>
            <a:off x="1699167" y="3532704"/>
            <a:ext cx="471244" cy="571495"/>
          </a:xfrm>
          <a:prstGeom prst="rect">
            <a:avLst/>
          </a:prstGeom>
        </p:spPr>
      </p:pic>
      <p:pic>
        <p:nvPicPr>
          <p:cNvPr id="26" name="Graphic 25">
            <a:extLst>
              <a:ext uri="{FF2B5EF4-FFF2-40B4-BE49-F238E27FC236}">
                <a16:creationId xmlns:a16="http://schemas.microsoft.com/office/drawing/2014/main" id="{E6CCB4FD-5C4A-8D11-BCCE-98376365D6F9}"/>
              </a:ext>
            </a:extLst>
          </p:cNvPr>
          <p:cNvPicPr>
            <a:picLocks noChangeAspect="1"/>
          </p:cNvPicPr>
          <p:nvPr/>
        </p:nvPicPr>
        <p:blipFill>
          <a:blip r:embed="rId14"/>
          <a:srcRect/>
          <a:stretch/>
        </p:blipFill>
        <p:spPr>
          <a:xfrm>
            <a:off x="2352035" y="4284644"/>
            <a:ext cx="467615" cy="544303"/>
          </a:xfrm>
          <a:prstGeom prst="rect">
            <a:avLst/>
          </a:prstGeom>
        </p:spPr>
      </p:pic>
      <p:pic>
        <p:nvPicPr>
          <p:cNvPr id="27" name="Graphic 26">
            <a:extLst>
              <a:ext uri="{FF2B5EF4-FFF2-40B4-BE49-F238E27FC236}">
                <a16:creationId xmlns:a16="http://schemas.microsoft.com/office/drawing/2014/main" id="{6D418F29-98B4-C5CE-E06F-7AFA7682B2D7}"/>
              </a:ext>
            </a:extLst>
          </p:cNvPr>
          <p:cNvPicPr>
            <a:picLocks noChangeAspect="1"/>
          </p:cNvPicPr>
          <p:nvPr/>
        </p:nvPicPr>
        <p:blipFill>
          <a:blip r:embed="rId15"/>
          <a:srcRect/>
          <a:stretch/>
        </p:blipFill>
        <p:spPr>
          <a:xfrm>
            <a:off x="1728054" y="4242994"/>
            <a:ext cx="477992" cy="597490"/>
          </a:xfrm>
          <a:prstGeom prst="rect">
            <a:avLst/>
          </a:prstGeom>
        </p:spPr>
      </p:pic>
      <p:pic>
        <p:nvPicPr>
          <p:cNvPr id="6" name="Graphic 5">
            <a:extLst>
              <a:ext uri="{FF2B5EF4-FFF2-40B4-BE49-F238E27FC236}">
                <a16:creationId xmlns:a16="http://schemas.microsoft.com/office/drawing/2014/main" id="{74E18C16-467B-C5D3-FF3E-66F26EB593DE}"/>
              </a:ext>
            </a:extLst>
          </p:cNvPr>
          <p:cNvPicPr>
            <a:picLocks noChangeAspect="1"/>
          </p:cNvPicPr>
          <p:nvPr/>
        </p:nvPicPr>
        <p:blipFill>
          <a:blip r:embed="rId16"/>
          <a:srcRect/>
          <a:stretch/>
        </p:blipFill>
        <p:spPr>
          <a:xfrm>
            <a:off x="2302740" y="1366371"/>
            <a:ext cx="425491" cy="557281"/>
          </a:xfrm>
          <a:prstGeom prst="rect">
            <a:avLst/>
          </a:prstGeom>
        </p:spPr>
      </p:pic>
      <p:sp>
        <p:nvSpPr>
          <p:cNvPr id="4" name="Title 1">
            <a:extLst>
              <a:ext uri="{FF2B5EF4-FFF2-40B4-BE49-F238E27FC236}">
                <a16:creationId xmlns:a16="http://schemas.microsoft.com/office/drawing/2014/main" id="{EE89A1F1-B430-821E-6BCA-114AE78DAB73}"/>
              </a:ext>
            </a:extLst>
          </p:cNvPr>
          <p:cNvSpPr txBox="1">
            <a:spLocks/>
          </p:cNvSpPr>
          <p:nvPr/>
        </p:nvSpPr>
        <p:spPr>
          <a:xfrm>
            <a:off x="624840" y="57457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000" b="1" dirty="0"/>
              <a:t>Projects</a:t>
            </a:r>
          </a:p>
        </p:txBody>
      </p:sp>
      <p:pic>
        <p:nvPicPr>
          <p:cNvPr id="15" name="Graphic 14">
            <a:extLst>
              <a:ext uri="{FF2B5EF4-FFF2-40B4-BE49-F238E27FC236}">
                <a16:creationId xmlns:a16="http://schemas.microsoft.com/office/drawing/2014/main" id="{D7108679-B08D-18C2-EF0C-6829A5C9577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444280" y="2028432"/>
            <a:ext cx="544574" cy="544574"/>
          </a:xfrm>
          <a:prstGeom prst="rect">
            <a:avLst/>
          </a:prstGeom>
        </p:spPr>
      </p:pic>
    </p:spTree>
    <p:extLst>
      <p:ext uri="{BB962C8B-B14F-4D97-AF65-F5344CB8AC3E}">
        <p14:creationId xmlns:p14="http://schemas.microsoft.com/office/powerpoint/2010/main" val="1707865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3253BA9-604F-3FF8-C697-5AEF7B55C31B}"/>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39A23C9-6354-EF30-F65F-6A11EC076896}"/>
              </a:ext>
            </a:extLst>
          </p:cNvPr>
          <p:cNvSpPr/>
          <p:nvPr/>
        </p:nvSpPr>
        <p:spPr>
          <a:xfrm>
            <a:off x="253218" y="488514"/>
            <a:ext cx="11633982" cy="608764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F472BD6C-EA0E-3CBB-7C7F-C189D210343D}"/>
              </a:ext>
            </a:extLst>
          </p:cNvPr>
          <p:cNvSpPr/>
          <p:nvPr/>
        </p:nvSpPr>
        <p:spPr>
          <a:xfrm>
            <a:off x="253218" y="5345095"/>
            <a:ext cx="11633982" cy="115489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A5A870-1660-026A-3C3E-6A7E20C376B3}"/>
              </a:ext>
            </a:extLst>
          </p:cNvPr>
          <p:cNvSpPr/>
          <p:nvPr/>
        </p:nvSpPr>
        <p:spPr>
          <a:xfrm>
            <a:off x="253218" y="1115773"/>
            <a:ext cx="11633982" cy="339043"/>
          </a:xfrm>
          <a:prstGeom prst="rect">
            <a:avLst/>
          </a:prstGeom>
          <a:gradFill>
            <a:gsLst>
              <a:gs pos="80000">
                <a:srgbClr val="C3DCF3"/>
              </a:gs>
              <a:gs pos="19000">
                <a:srgbClr val="C4DCF3"/>
              </a:gs>
              <a:gs pos="0">
                <a:srgbClr val="F6FBFF"/>
              </a:gs>
              <a:gs pos="51000">
                <a:schemeClr val="tx2">
                  <a:lumMod val="25000"/>
                  <a:lumOff val="75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361EB30E-C23F-E5A8-C256-6077E5AF9C85}"/>
              </a:ext>
            </a:extLst>
          </p:cNvPr>
          <p:cNvSpPr/>
          <p:nvPr/>
        </p:nvSpPr>
        <p:spPr>
          <a:xfrm>
            <a:off x="253218" y="2713664"/>
            <a:ext cx="11633982" cy="339043"/>
          </a:xfrm>
          <a:prstGeom prst="rect">
            <a:avLst/>
          </a:prstGeom>
          <a:gradFill>
            <a:gsLst>
              <a:gs pos="76000">
                <a:srgbClr val="85B6E5"/>
              </a:gs>
              <a:gs pos="22000">
                <a:srgbClr val="8DBBE7"/>
              </a:gs>
              <a:gs pos="0">
                <a:srgbClr val="F6FBFF"/>
              </a:gs>
              <a:gs pos="51000">
                <a:schemeClr val="tx2">
                  <a:lumMod val="50000"/>
                  <a:lumOff val="50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B905DA83-BC66-611E-BB32-97753BF74C9D}"/>
              </a:ext>
            </a:extLst>
          </p:cNvPr>
          <p:cNvSpPr txBox="1"/>
          <p:nvPr/>
        </p:nvSpPr>
        <p:spPr>
          <a:xfrm>
            <a:off x="4361863" y="594363"/>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Members</a:t>
            </a:r>
          </a:p>
        </p:txBody>
      </p:sp>
      <p:sp>
        <p:nvSpPr>
          <p:cNvPr id="58" name="Rectangle 57">
            <a:extLst>
              <a:ext uri="{FF2B5EF4-FFF2-40B4-BE49-F238E27FC236}">
                <a16:creationId xmlns:a16="http://schemas.microsoft.com/office/drawing/2014/main" id="{822F7ACB-4EC4-330F-62AA-7F8C07255DD3}"/>
              </a:ext>
            </a:extLst>
          </p:cNvPr>
          <p:cNvSpPr/>
          <p:nvPr/>
        </p:nvSpPr>
        <p:spPr>
          <a:xfrm>
            <a:off x="245464" y="5361529"/>
            <a:ext cx="11633982" cy="339043"/>
          </a:xfrm>
          <a:prstGeom prst="rect">
            <a:avLst/>
          </a:prstGeom>
          <a:gradFill>
            <a:gsLst>
              <a:gs pos="0">
                <a:srgbClr val="F6FBFF"/>
              </a:gs>
              <a:gs pos="79000">
                <a:srgbClr val="7B93AA"/>
              </a:gs>
              <a:gs pos="21000">
                <a:srgbClr val="7B93AA"/>
              </a:gs>
              <a:gs pos="51000">
                <a:srgbClr val="163E64"/>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C6AE36AE-3555-CBCE-D697-72836633809A}"/>
              </a:ext>
            </a:extLst>
          </p:cNvPr>
          <p:cNvSpPr txBox="1"/>
          <p:nvPr/>
        </p:nvSpPr>
        <p:spPr>
          <a:xfrm>
            <a:off x="4361862" y="110090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Premier Members</a:t>
            </a:r>
          </a:p>
        </p:txBody>
      </p:sp>
      <p:sp>
        <p:nvSpPr>
          <p:cNvPr id="39" name="TextBox 38">
            <a:extLst>
              <a:ext uri="{FF2B5EF4-FFF2-40B4-BE49-F238E27FC236}">
                <a16:creationId xmlns:a16="http://schemas.microsoft.com/office/drawing/2014/main" id="{567F6794-0B05-8CB3-BB13-389AE72A8D61}"/>
              </a:ext>
            </a:extLst>
          </p:cNvPr>
          <p:cNvSpPr txBox="1"/>
          <p:nvPr/>
        </p:nvSpPr>
        <p:spPr>
          <a:xfrm>
            <a:off x="4361861" y="2708686"/>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General Members</a:t>
            </a:r>
          </a:p>
        </p:txBody>
      </p:sp>
      <p:sp>
        <p:nvSpPr>
          <p:cNvPr id="6" name="TextBox 5">
            <a:extLst>
              <a:ext uri="{FF2B5EF4-FFF2-40B4-BE49-F238E27FC236}">
                <a16:creationId xmlns:a16="http://schemas.microsoft.com/office/drawing/2014/main" id="{C340B828-7A3B-C524-8A71-F04357D823A0}"/>
              </a:ext>
            </a:extLst>
          </p:cNvPr>
          <p:cNvSpPr txBox="1"/>
          <p:nvPr/>
        </p:nvSpPr>
        <p:spPr>
          <a:xfrm>
            <a:off x="4361861" y="5349068"/>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Associate Members</a:t>
            </a:r>
          </a:p>
        </p:txBody>
      </p:sp>
      <p:pic>
        <p:nvPicPr>
          <p:cNvPr id="7" name="Graphic 6">
            <a:extLst>
              <a:ext uri="{FF2B5EF4-FFF2-40B4-BE49-F238E27FC236}">
                <a16:creationId xmlns:a16="http://schemas.microsoft.com/office/drawing/2014/main" id="{27C42294-75CA-ACF3-9B4C-BBD004C7B674}"/>
              </a:ext>
            </a:extLst>
          </p:cNvPr>
          <p:cNvPicPr>
            <a:picLocks noChangeAspect="1"/>
          </p:cNvPicPr>
          <p:nvPr/>
        </p:nvPicPr>
        <p:blipFill>
          <a:blip r:embed="rId3"/>
          <a:srcRect/>
          <a:stretch/>
        </p:blipFill>
        <p:spPr>
          <a:xfrm>
            <a:off x="4400784" y="1813935"/>
            <a:ext cx="879088" cy="434222"/>
          </a:xfrm>
          <a:prstGeom prst="rect">
            <a:avLst/>
          </a:prstGeom>
        </p:spPr>
      </p:pic>
      <p:pic>
        <p:nvPicPr>
          <p:cNvPr id="9" name="Graphic 8">
            <a:extLst>
              <a:ext uri="{FF2B5EF4-FFF2-40B4-BE49-F238E27FC236}">
                <a16:creationId xmlns:a16="http://schemas.microsoft.com/office/drawing/2014/main" id="{D443124C-666F-94A2-D54D-B94B82C38F6E}"/>
              </a:ext>
            </a:extLst>
          </p:cNvPr>
          <p:cNvPicPr>
            <a:picLocks noChangeAspect="1"/>
          </p:cNvPicPr>
          <p:nvPr/>
        </p:nvPicPr>
        <p:blipFill>
          <a:blip r:embed="rId4"/>
          <a:srcRect/>
          <a:stretch/>
        </p:blipFill>
        <p:spPr>
          <a:xfrm>
            <a:off x="5770702" y="1721874"/>
            <a:ext cx="1943164" cy="658480"/>
          </a:xfrm>
          <a:prstGeom prst="rect">
            <a:avLst/>
          </a:prstGeom>
        </p:spPr>
      </p:pic>
      <p:pic>
        <p:nvPicPr>
          <p:cNvPr id="12" name="Graphic 11">
            <a:extLst>
              <a:ext uri="{FF2B5EF4-FFF2-40B4-BE49-F238E27FC236}">
                <a16:creationId xmlns:a16="http://schemas.microsoft.com/office/drawing/2014/main" id="{DBC0358E-1A7A-9D84-29B9-39B47AD6E59B}"/>
              </a:ext>
            </a:extLst>
          </p:cNvPr>
          <p:cNvPicPr>
            <a:picLocks noChangeAspect="1"/>
          </p:cNvPicPr>
          <p:nvPr/>
        </p:nvPicPr>
        <p:blipFill>
          <a:blip r:embed="rId5"/>
          <a:srcRect/>
          <a:stretch/>
        </p:blipFill>
        <p:spPr>
          <a:xfrm>
            <a:off x="8229129" y="1865086"/>
            <a:ext cx="2068732" cy="459718"/>
          </a:xfrm>
          <a:prstGeom prst="rect">
            <a:avLst/>
          </a:prstGeom>
        </p:spPr>
      </p:pic>
      <p:pic>
        <p:nvPicPr>
          <p:cNvPr id="18" name="Graphic 17">
            <a:extLst>
              <a:ext uri="{FF2B5EF4-FFF2-40B4-BE49-F238E27FC236}">
                <a16:creationId xmlns:a16="http://schemas.microsoft.com/office/drawing/2014/main" id="{7FB9B600-0A3E-412E-6C37-B877F718C116}"/>
              </a:ext>
            </a:extLst>
          </p:cNvPr>
          <p:cNvPicPr>
            <a:picLocks noChangeAspect="1"/>
          </p:cNvPicPr>
          <p:nvPr/>
        </p:nvPicPr>
        <p:blipFill>
          <a:blip r:embed="rId6"/>
          <a:srcRect/>
          <a:stretch/>
        </p:blipFill>
        <p:spPr>
          <a:xfrm>
            <a:off x="2367640" y="1737758"/>
            <a:ext cx="1306198" cy="602861"/>
          </a:xfrm>
          <a:prstGeom prst="rect">
            <a:avLst/>
          </a:prstGeom>
        </p:spPr>
      </p:pic>
      <p:pic>
        <p:nvPicPr>
          <p:cNvPr id="21" name="Graphic 20">
            <a:extLst>
              <a:ext uri="{FF2B5EF4-FFF2-40B4-BE49-F238E27FC236}">
                <a16:creationId xmlns:a16="http://schemas.microsoft.com/office/drawing/2014/main" id="{C0D70158-30AF-3998-F001-DD446A5378FD}"/>
              </a:ext>
            </a:extLst>
          </p:cNvPr>
          <p:cNvPicPr>
            <a:picLocks noChangeAspect="1"/>
          </p:cNvPicPr>
          <p:nvPr/>
        </p:nvPicPr>
        <p:blipFill>
          <a:blip r:embed="rId7"/>
          <a:srcRect/>
          <a:stretch/>
        </p:blipFill>
        <p:spPr>
          <a:xfrm>
            <a:off x="1103085" y="3417232"/>
            <a:ext cx="1636615" cy="350932"/>
          </a:xfrm>
          <a:prstGeom prst="rect">
            <a:avLst/>
          </a:prstGeom>
        </p:spPr>
      </p:pic>
      <p:pic>
        <p:nvPicPr>
          <p:cNvPr id="23" name="Graphic 22">
            <a:extLst>
              <a:ext uri="{FF2B5EF4-FFF2-40B4-BE49-F238E27FC236}">
                <a16:creationId xmlns:a16="http://schemas.microsoft.com/office/drawing/2014/main" id="{5DBC520C-5093-FFED-4EB2-6B654D4E804E}"/>
              </a:ext>
            </a:extLst>
          </p:cNvPr>
          <p:cNvPicPr>
            <a:picLocks noChangeAspect="1"/>
          </p:cNvPicPr>
          <p:nvPr/>
        </p:nvPicPr>
        <p:blipFill>
          <a:blip r:embed="rId8"/>
          <a:srcRect/>
          <a:stretch/>
        </p:blipFill>
        <p:spPr>
          <a:xfrm>
            <a:off x="7583349" y="3370737"/>
            <a:ext cx="1484068" cy="335620"/>
          </a:xfrm>
          <a:prstGeom prst="rect">
            <a:avLst/>
          </a:prstGeom>
        </p:spPr>
      </p:pic>
      <p:pic>
        <p:nvPicPr>
          <p:cNvPr id="27" name="Graphic 26">
            <a:extLst>
              <a:ext uri="{FF2B5EF4-FFF2-40B4-BE49-F238E27FC236}">
                <a16:creationId xmlns:a16="http://schemas.microsoft.com/office/drawing/2014/main" id="{93EC5106-C13E-1A97-D0E9-7DF45F9A631D}"/>
              </a:ext>
            </a:extLst>
          </p:cNvPr>
          <p:cNvPicPr>
            <a:picLocks noChangeAspect="1"/>
          </p:cNvPicPr>
          <p:nvPr/>
        </p:nvPicPr>
        <p:blipFill>
          <a:blip r:embed="rId9"/>
          <a:srcRect/>
          <a:stretch/>
        </p:blipFill>
        <p:spPr>
          <a:xfrm>
            <a:off x="9716539" y="3403239"/>
            <a:ext cx="1102527" cy="330758"/>
          </a:xfrm>
          <a:prstGeom prst="rect">
            <a:avLst/>
          </a:prstGeom>
        </p:spPr>
      </p:pic>
      <p:pic>
        <p:nvPicPr>
          <p:cNvPr id="34" name="Graphic 33">
            <a:extLst>
              <a:ext uri="{FF2B5EF4-FFF2-40B4-BE49-F238E27FC236}">
                <a16:creationId xmlns:a16="http://schemas.microsoft.com/office/drawing/2014/main" id="{CBF6991F-5648-44F1-DC25-D6E77ACBF125}"/>
              </a:ext>
            </a:extLst>
          </p:cNvPr>
          <p:cNvPicPr>
            <a:picLocks noChangeAspect="1"/>
          </p:cNvPicPr>
          <p:nvPr/>
        </p:nvPicPr>
        <p:blipFill>
          <a:blip r:embed="rId10"/>
          <a:srcRect/>
          <a:stretch/>
        </p:blipFill>
        <p:spPr>
          <a:xfrm>
            <a:off x="1193325" y="4064146"/>
            <a:ext cx="1456133" cy="348099"/>
          </a:xfrm>
          <a:prstGeom prst="rect">
            <a:avLst/>
          </a:prstGeom>
        </p:spPr>
      </p:pic>
      <p:pic>
        <p:nvPicPr>
          <p:cNvPr id="36" name="Graphic 35">
            <a:extLst>
              <a:ext uri="{FF2B5EF4-FFF2-40B4-BE49-F238E27FC236}">
                <a16:creationId xmlns:a16="http://schemas.microsoft.com/office/drawing/2014/main" id="{8D27CDC8-7DB5-9C69-39DD-03FD0A67ED47}"/>
              </a:ext>
            </a:extLst>
          </p:cNvPr>
          <p:cNvPicPr>
            <a:picLocks noChangeAspect="1"/>
          </p:cNvPicPr>
          <p:nvPr/>
        </p:nvPicPr>
        <p:blipFill>
          <a:blip r:embed="rId11"/>
          <a:srcRect/>
          <a:stretch/>
        </p:blipFill>
        <p:spPr>
          <a:xfrm>
            <a:off x="8016931" y="4685517"/>
            <a:ext cx="1290335" cy="405784"/>
          </a:xfrm>
          <a:prstGeom prst="rect">
            <a:avLst/>
          </a:prstGeom>
        </p:spPr>
      </p:pic>
      <p:pic>
        <p:nvPicPr>
          <p:cNvPr id="41" name="Graphic 40">
            <a:extLst>
              <a:ext uri="{FF2B5EF4-FFF2-40B4-BE49-F238E27FC236}">
                <a16:creationId xmlns:a16="http://schemas.microsoft.com/office/drawing/2014/main" id="{725FBF59-8C7E-39E5-3955-8E3A64498C5F}"/>
              </a:ext>
            </a:extLst>
          </p:cNvPr>
          <p:cNvPicPr>
            <a:picLocks noChangeAspect="1"/>
          </p:cNvPicPr>
          <p:nvPr/>
        </p:nvPicPr>
        <p:blipFill>
          <a:blip r:embed="rId12"/>
          <a:srcRect/>
          <a:stretch/>
        </p:blipFill>
        <p:spPr>
          <a:xfrm>
            <a:off x="7377383" y="3982030"/>
            <a:ext cx="1246748" cy="392749"/>
          </a:xfrm>
          <a:prstGeom prst="rect">
            <a:avLst/>
          </a:prstGeom>
        </p:spPr>
      </p:pic>
      <p:pic>
        <p:nvPicPr>
          <p:cNvPr id="43" name="Graphic 42">
            <a:extLst>
              <a:ext uri="{FF2B5EF4-FFF2-40B4-BE49-F238E27FC236}">
                <a16:creationId xmlns:a16="http://schemas.microsoft.com/office/drawing/2014/main" id="{BFC9F945-2928-BA76-669F-C6B73AAFD37C}"/>
              </a:ext>
            </a:extLst>
          </p:cNvPr>
          <p:cNvPicPr>
            <a:picLocks noChangeAspect="1"/>
          </p:cNvPicPr>
          <p:nvPr/>
        </p:nvPicPr>
        <p:blipFill>
          <a:blip r:embed="rId13"/>
          <a:srcRect/>
          <a:stretch/>
        </p:blipFill>
        <p:spPr>
          <a:xfrm>
            <a:off x="5413653" y="4064146"/>
            <a:ext cx="1397787" cy="302102"/>
          </a:xfrm>
          <a:prstGeom prst="rect">
            <a:avLst/>
          </a:prstGeom>
        </p:spPr>
      </p:pic>
      <p:pic>
        <p:nvPicPr>
          <p:cNvPr id="46" name="Graphic 45">
            <a:extLst>
              <a:ext uri="{FF2B5EF4-FFF2-40B4-BE49-F238E27FC236}">
                <a16:creationId xmlns:a16="http://schemas.microsoft.com/office/drawing/2014/main" id="{795A591D-C397-42DE-A6C3-60460AD1EE4D}"/>
              </a:ext>
            </a:extLst>
          </p:cNvPr>
          <p:cNvPicPr>
            <a:picLocks noChangeAspect="1"/>
          </p:cNvPicPr>
          <p:nvPr/>
        </p:nvPicPr>
        <p:blipFill>
          <a:blip r:embed="rId14"/>
          <a:srcRect/>
          <a:stretch/>
        </p:blipFill>
        <p:spPr>
          <a:xfrm>
            <a:off x="9428397" y="3888075"/>
            <a:ext cx="1276480" cy="576327"/>
          </a:xfrm>
          <a:prstGeom prst="rect">
            <a:avLst/>
          </a:prstGeom>
        </p:spPr>
      </p:pic>
      <p:pic>
        <p:nvPicPr>
          <p:cNvPr id="48" name="Graphic 47">
            <a:extLst>
              <a:ext uri="{FF2B5EF4-FFF2-40B4-BE49-F238E27FC236}">
                <a16:creationId xmlns:a16="http://schemas.microsoft.com/office/drawing/2014/main" id="{F07B402E-4891-B673-5FAD-B981AE6EB865}"/>
              </a:ext>
            </a:extLst>
          </p:cNvPr>
          <p:cNvPicPr>
            <a:picLocks noChangeAspect="1"/>
          </p:cNvPicPr>
          <p:nvPr/>
        </p:nvPicPr>
        <p:blipFill>
          <a:blip r:embed="rId15"/>
          <a:srcRect/>
          <a:stretch/>
        </p:blipFill>
        <p:spPr>
          <a:xfrm>
            <a:off x="3154525" y="3449254"/>
            <a:ext cx="1744506" cy="243565"/>
          </a:xfrm>
          <a:prstGeom prst="rect">
            <a:avLst/>
          </a:prstGeom>
        </p:spPr>
      </p:pic>
      <p:pic>
        <p:nvPicPr>
          <p:cNvPr id="51" name="Graphic 50">
            <a:extLst>
              <a:ext uri="{FF2B5EF4-FFF2-40B4-BE49-F238E27FC236}">
                <a16:creationId xmlns:a16="http://schemas.microsoft.com/office/drawing/2014/main" id="{628947EE-53F1-E6DE-10F7-8A05BEAA6FCC}"/>
              </a:ext>
            </a:extLst>
          </p:cNvPr>
          <p:cNvPicPr>
            <a:picLocks noChangeAspect="1"/>
          </p:cNvPicPr>
          <p:nvPr/>
        </p:nvPicPr>
        <p:blipFill>
          <a:blip r:embed="rId16"/>
          <a:srcRect/>
          <a:stretch/>
        </p:blipFill>
        <p:spPr>
          <a:xfrm>
            <a:off x="4942640" y="4782804"/>
            <a:ext cx="1276480" cy="293117"/>
          </a:xfrm>
          <a:prstGeom prst="rect">
            <a:avLst/>
          </a:prstGeom>
        </p:spPr>
      </p:pic>
      <p:pic>
        <p:nvPicPr>
          <p:cNvPr id="53" name="Graphic 52">
            <a:extLst>
              <a:ext uri="{FF2B5EF4-FFF2-40B4-BE49-F238E27FC236}">
                <a16:creationId xmlns:a16="http://schemas.microsoft.com/office/drawing/2014/main" id="{D9207E64-95E2-307E-93A7-5C58CF6818FB}"/>
              </a:ext>
            </a:extLst>
          </p:cNvPr>
          <p:cNvPicPr>
            <a:picLocks noChangeAspect="1"/>
          </p:cNvPicPr>
          <p:nvPr/>
        </p:nvPicPr>
        <p:blipFill>
          <a:blip r:embed="rId17"/>
          <a:srcRect/>
          <a:stretch/>
        </p:blipFill>
        <p:spPr>
          <a:xfrm>
            <a:off x="2627157" y="4776077"/>
            <a:ext cx="1734704" cy="305406"/>
          </a:xfrm>
          <a:prstGeom prst="rect">
            <a:avLst/>
          </a:prstGeom>
        </p:spPr>
      </p:pic>
      <p:pic>
        <p:nvPicPr>
          <p:cNvPr id="61" name="Graphic 60">
            <a:extLst>
              <a:ext uri="{FF2B5EF4-FFF2-40B4-BE49-F238E27FC236}">
                <a16:creationId xmlns:a16="http://schemas.microsoft.com/office/drawing/2014/main" id="{8B766B83-552F-94D0-E29D-94F855A6E565}"/>
              </a:ext>
            </a:extLst>
          </p:cNvPr>
          <p:cNvPicPr>
            <a:picLocks noChangeAspect="1"/>
          </p:cNvPicPr>
          <p:nvPr/>
        </p:nvPicPr>
        <p:blipFill>
          <a:blip r:embed="rId18"/>
          <a:srcRect/>
          <a:stretch/>
        </p:blipFill>
        <p:spPr>
          <a:xfrm>
            <a:off x="7246890" y="6005403"/>
            <a:ext cx="1556579" cy="316592"/>
          </a:xfrm>
          <a:prstGeom prst="rect">
            <a:avLst/>
          </a:prstGeom>
        </p:spPr>
      </p:pic>
      <p:pic>
        <p:nvPicPr>
          <p:cNvPr id="64" name="Graphic 63">
            <a:extLst>
              <a:ext uri="{FF2B5EF4-FFF2-40B4-BE49-F238E27FC236}">
                <a16:creationId xmlns:a16="http://schemas.microsoft.com/office/drawing/2014/main" id="{38F0FFB7-73D1-77EE-804D-AE42A8D3BEEF}"/>
              </a:ext>
            </a:extLst>
          </p:cNvPr>
          <p:cNvPicPr>
            <a:picLocks noChangeAspect="1"/>
          </p:cNvPicPr>
          <p:nvPr/>
        </p:nvPicPr>
        <p:blipFill>
          <a:blip r:embed="rId19"/>
          <a:srcRect/>
          <a:stretch/>
        </p:blipFill>
        <p:spPr>
          <a:xfrm>
            <a:off x="5624974" y="5988581"/>
            <a:ext cx="1186466" cy="375411"/>
          </a:xfrm>
          <a:prstGeom prst="rect">
            <a:avLst/>
          </a:prstGeom>
        </p:spPr>
      </p:pic>
      <p:pic>
        <p:nvPicPr>
          <p:cNvPr id="67" name="Graphic 66">
            <a:extLst>
              <a:ext uri="{FF2B5EF4-FFF2-40B4-BE49-F238E27FC236}">
                <a16:creationId xmlns:a16="http://schemas.microsoft.com/office/drawing/2014/main" id="{4F84346C-38EE-3D1A-E30F-29272E12BDF2}"/>
              </a:ext>
            </a:extLst>
          </p:cNvPr>
          <p:cNvPicPr>
            <a:picLocks noChangeAspect="1"/>
          </p:cNvPicPr>
          <p:nvPr/>
        </p:nvPicPr>
        <p:blipFill>
          <a:blip r:embed="rId20"/>
          <a:srcRect/>
          <a:stretch/>
        </p:blipFill>
        <p:spPr>
          <a:xfrm>
            <a:off x="3502880" y="5982012"/>
            <a:ext cx="1462264" cy="409587"/>
          </a:xfrm>
          <a:prstGeom prst="rect">
            <a:avLst/>
          </a:prstGeom>
        </p:spPr>
      </p:pic>
      <p:pic>
        <p:nvPicPr>
          <p:cNvPr id="4" name="Graphic 3">
            <a:extLst>
              <a:ext uri="{FF2B5EF4-FFF2-40B4-BE49-F238E27FC236}">
                <a16:creationId xmlns:a16="http://schemas.microsoft.com/office/drawing/2014/main" id="{98E9F0BF-932E-6534-D878-24FE815CC46E}"/>
              </a:ext>
            </a:extLst>
          </p:cNvPr>
          <p:cNvPicPr>
            <a:picLocks noChangeAspect="1"/>
          </p:cNvPicPr>
          <p:nvPr/>
        </p:nvPicPr>
        <p:blipFill>
          <a:blip r:embed="rId21"/>
          <a:srcRect/>
          <a:stretch/>
        </p:blipFill>
        <p:spPr>
          <a:xfrm>
            <a:off x="5527089" y="3420428"/>
            <a:ext cx="1358387" cy="272391"/>
          </a:xfrm>
          <a:prstGeom prst="rect">
            <a:avLst/>
          </a:prstGeom>
        </p:spPr>
      </p:pic>
      <p:pic>
        <p:nvPicPr>
          <p:cNvPr id="5" name="Picture 4">
            <a:extLst>
              <a:ext uri="{FF2B5EF4-FFF2-40B4-BE49-F238E27FC236}">
                <a16:creationId xmlns:a16="http://schemas.microsoft.com/office/drawing/2014/main" id="{01F9F035-B40D-81B1-758A-DD8ADF65630D}"/>
              </a:ext>
            </a:extLst>
          </p:cNvPr>
          <p:cNvPicPr>
            <a:picLocks noChangeAspect="1"/>
          </p:cNvPicPr>
          <p:nvPr/>
        </p:nvPicPr>
        <p:blipFill>
          <a:blip r:embed="rId22"/>
          <a:stretch>
            <a:fillRect/>
          </a:stretch>
        </p:blipFill>
        <p:spPr>
          <a:xfrm>
            <a:off x="3007626" y="4064146"/>
            <a:ext cx="1840084" cy="323337"/>
          </a:xfrm>
          <a:prstGeom prst="rect">
            <a:avLst/>
          </a:prstGeom>
        </p:spPr>
      </p:pic>
      <p:pic>
        <p:nvPicPr>
          <p:cNvPr id="10" name="Picture 9">
            <a:extLst>
              <a:ext uri="{FF2B5EF4-FFF2-40B4-BE49-F238E27FC236}">
                <a16:creationId xmlns:a16="http://schemas.microsoft.com/office/drawing/2014/main" id="{3520137B-CCD2-E402-4DF8-9A1ACFB1DAD1}"/>
              </a:ext>
            </a:extLst>
          </p:cNvPr>
          <p:cNvPicPr>
            <a:picLocks noChangeAspect="1"/>
          </p:cNvPicPr>
          <p:nvPr/>
        </p:nvPicPr>
        <p:blipFill>
          <a:blip r:embed="rId23"/>
          <a:stretch>
            <a:fillRect/>
          </a:stretch>
        </p:blipFill>
        <p:spPr>
          <a:xfrm>
            <a:off x="6799899" y="4652019"/>
            <a:ext cx="733626" cy="472781"/>
          </a:xfrm>
          <a:prstGeom prst="rect">
            <a:avLst/>
          </a:prstGeom>
        </p:spPr>
      </p:pic>
    </p:spTree>
    <p:extLst>
      <p:ext uri="{BB962C8B-B14F-4D97-AF65-F5344CB8AC3E}">
        <p14:creationId xmlns:p14="http://schemas.microsoft.com/office/powerpoint/2010/main" val="340354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656CF82-CDA9-764D-2982-60BE7E9803F5}"/>
            </a:ext>
          </a:extLst>
        </p:cNvPr>
        <p:cNvGrpSpPr/>
        <p:nvPr/>
      </p:nvGrpSpPr>
      <p:grpSpPr>
        <a:xfrm>
          <a:off x="0" y="0"/>
          <a:ext cx="0" cy="0"/>
          <a:chOff x="0" y="0"/>
          <a:chExt cx="0" cy="0"/>
        </a:xfrm>
      </p:grpSpPr>
      <p:pic>
        <p:nvPicPr>
          <p:cNvPr id="16" name="Graphic 15">
            <a:extLst>
              <a:ext uri="{FF2B5EF4-FFF2-40B4-BE49-F238E27FC236}">
                <a16:creationId xmlns:a16="http://schemas.microsoft.com/office/drawing/2014/main" id="{204DD346-B6E3-6C4B-3C5B-A21CF4D7A1DD}"/>
              </a:ext>
            </a:extLst>
          </p:cNvPr>
          <p:cNvPicPr>
            <a:picLocks noChangeAspect="1"/>
          </p:cNvPicPr>
          <p:nvPr/>
        </p:nvPicPr>
        <p:blipFill>
          <a:blip r:embed="rId2"/>
          <a:srcRect/>
          <a:stretch/>
        </p:blipFill>
        <p:spPr>
          <a:xfrm>
            <a:off x="3141817" y="4805747"/>
            <a:ext cx="5908363" cy="859631"/>
          </a:xfrm>
          <a:prstGeom prst="rect">
            <a:avLst/>
          </a:prstGeom>
        </p:spPr>
      </p:pic>
      <p:pic>
        <p:nvPicPr>
          <p:cNvPr id="17" name="Graphic 16">
            <a:extLst>
              <a:ext uri="{FF2B5EF4-FFF2-40B4-BE49-F238E27FC236}">
                <a16:creationId xmlns:a16="http://schemas.microsoft.com/office/drawing/2014/main" id="{703A6E16-32EA-5667-E7B2-631E8C508855}"/>
              </a:ext>
            </a:extLst>
          </p:cNvPr>
          <p:cNvPicPr>
            <a:picLocks noChangeAspect="1"/>
          </p:cNvPicPr>
          <p:nvPr/>
        </p:nvPicPr>
        <p:blipFill>
          <a:blip r:embed="rId3"/>
          <a:srcRect/>
          <a:stretch/>
        </p:blipFill>
        <p:spPr>
          <a:xfrm>
            <a:off x="10889178" y="4696332"/>
            <a:ext cx="1327536" cy="2186382"/>
          </a:xfrm>
          <a:prstGeom prst="rect">
            <a:avLst/>
          </a:prstGeom>
        </p:spPr>
      </p:pic>
      <p:pic>
        <p:nvPicPr>
          <p:cNvPr id="3" name="Picture 2" descr="A black background with white dots&#10;&#10;AI-generated content may be incorrect.">
            <a:extLst>
              <a:ext uri="{FF2B5EF4-FFF2-40B4-BE49-F238E27FC236}">
                <a16:creationId xmlns:a16="http://schemas.microsoft.com/office/drawing/2014/main" id="{B0AA8ADF-1436-9445-12D2-BAB9AC5EB062}"/>
              </a:ext>
            </a:extLst>
          </p:cNvPr>
          <p:cNvPicPr>
            <a:picLocks noChangeAspect="1"/>
          </p:cNvPicPr>
          <p:nvPr/>
        </p:nvPicPr>
        <p:blipFill>
          <a:blip r:embed="rId4"/>
          <a:stretch>
            <a:fillRect/>
          </a:stretch>
        </p:blipFill>
        <p:spPr>
          <a:xfrm>
            <a:off x="4479284" y="1349724"/>
            <a:ext cx="3233428" cy="3233428"/>
          </a:xfrm>
          <a:prstGeom prst="rect">
            <a:avLst/>
          </a:prstGeom>
        </p:spPr>
      </p:pic>
    </p:spTree>
    <p:extLst>
      <p:ext uri="{BB962C8B-B14F-4D97-AF65-F5344CB8AC3E}">
        <p14:creationId xmlns:p14="http://schemas.microsoft.com/office/powerpoint/2010/main" val="21349955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Rounded Rectangle 59">
            <a:extLst>
              <a:ext uri="{FF2B5EF4-FFF2-40B4-BE49-F238E27FC236}">
                <a16:creationId xmlns:a16="http://schemas.microsoft.com/office/drawing/2014/main" id="{6A5CC162-AD59-E330-6453-3FF1423A1F94}"/>
              </a:ext>
            </a:extLst>
          </p:cNvPr>
          <p:cNvSpPr/>
          <p:nvPr/>
        </p:nvSpPr>
        <p:spPr>
          <a:xfrm>
            <a:off x="472440" y="4522327"/>
            <a:ext cx="4817803" cy="2061855"/>
          </a:xfrm>
          <a:prstGeom prst="roundRect">
            <a:avLst>
              <a:gd name="adj" fmla="val 2113"/>
            </a:avLst>
          </a:prstGeom>
          <a:gradFill flip="none" rotWithShape="1">
            <a:gsLst>
              <a:gs pos="33000">
                <a:srgbClr val="DDEBF8"/>
              </a:gs>
              <a:gs pos="86000">
                <a:srgbClr val="F2F2F2"/>
              </a:gs>
            </a:gsLst>
            <a:lin ang="5400000" scaled="1"/>
            <a:tileRect/>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ounded Rectangle 38">
            <a:extLst>
              <a:ext uri="{FF2B5EF4-FFF2-40B4-BE49-F238E27FC236}">
                <a16:creationId xmlns:a16="http://schemas.microsoft.com/office/drawing/2014/main" id="{3A3E6B0F-1B27-8658-F7FA-09A5D55D52C1}"/>
              </a:ext>
            </a:extLst>
          </p:cNvPr>
          <p:cNvSpPr/>
          <p:nvPr/>
        </p:nvSpPr>
        <p:spPr>
          <a:xfrm>
            <a:off x="8116821" y="2500128"/>
            <a:ext cx="3235082" cy="2657979"/>
          </a:xfrm>
          <a:prstGeom prst="roundRect">
            <a:avLst>
              <a:gd name="adj" fmla="val 2397"/>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 Placeholder 2">
            <a:extLst>
              <a:ext uri="{FF2B5EF4-FFF2-40B4-BE49-F238E27FC236}">
                <a16:creationId xmlns:a16="http://schemas.microsoft.com/office/drawing/2014/main" id="{F193C588-E18E-CF01-194D-799F2BE86B6E}"/>
              </a:ext>
            </a:extLst>
          </p:cNvPr>
          <p:cNvSpPr txBox="1">
            <a:spLocks/>
          </p:cNvSpPr>
          <p:nvPr/>
        </p:nvSpPr>
        <p:spPr>
          <a:xfrm>
            <a:off x="8246329" y="3336369"/>
            <a:ext cx="3014571" cy="18217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17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60000"/>
              </a:lnSpc>
              <a:spcBef>
                <a:spcPts val="1200"/>
              </a:spcBef>
            </a:pPr>
            <a:r>
              <a:rPr lang="en-US" dirty="0"/>
              <a:t>Annual Marketing Plan</a:t>
            </a:r>
          </a:p>
          <a:p>
            <a:pPr marL="0" indent="0">
              <a:lnSpc>
                <a:spcPct val="60000"/>
              </a:lnSpc>
              <a:spcBef>
                <a:spcPts val="1200"/>
              </a:spcBef>
            </a:pPr>
            <a:r>
              <a:rPr lang="en-US" dirty="0"/>
              <a:t>PR</a:t>
            </a:r>
          </a:p>
          <a:p>
            <a:pPr marL="0" indent="0">
              <a:lnSpc>
                <a:spcPct val="60000"/>
              </a:lnSpc>
              <a:spcBef>
                <a:spcPts val="1200"/>
              </a:spcBef>
            </a:pPr>
            <a:r>
              <a:rPr lang="en-US" dirty="0"/>
              <a:t>Events</a:t>
            </a:r>
          </a:p>
          <a:p>
            <a:pPr marL="0" indent="0">
              <a:lnSpc>
                <a:spcPct val="60000"/>
              </a:lnSpc>
              <a:spcBef>
                <a:spcPts val="1200"/>
              </a:spcBef>
            </a:pPr>
            <a:r>
              <a:rPr lang="en-US" dirty="0"/>
              <a:t>Content/Web</a:t>
            </a:r>
          </a:p>
          <a:p>
            <a:pPr marL="0" indent="0">
              <a:lnSpc>
                <a:spcPct val="60000"/>
              </a:lnSpc>
              <a:spcBef>
                <a:spcPts val="1200"/>
              </a:spcBef>
            </a:pPr>
            <a:r>
              <a:rPr lang="en-US" dirty="0"/>
              <a:t>Branding</a:t>
            </a:r>
          </a:p>
          <a:p>
            <a:pPr marL="0" indent="0">
              <a:lnSpc>
                <a:spcPct val="60000"/>
              </a:lnSpc>
              <a:spcBef>
                <a:spcPts val="1200"/>
              </a:spcBef>
            </a:pPr>
            <a:r>
              <a:rPr lang="en-US" dirty="0"/>
              <a:t>Market Development</a:t>
            </a:r>
          </a:p>
        </p:txBody>
      </p:sp>
      <p:sp>
        <p:nvSpPr>
          <p:cNvPr id="38" name="Rounded Rectangle 37">
            <a:extLst>
              <a:ext uri="{FF2B5EF4-FFF2-40B4-BE49-F238E27FC236}">
                <a16:creationId xmlns:a16="http://schemas.microsoft.com/office/drawing/2014/main" id="{75D13889-7B69-8CC4-8759-EEC83EFC53FC}"/>
              </a:ext>
            </a:extLst>
          </p:cNvPr>
          <p:cNvSpPr/>
          <p:nvPr/>
        </p:nvSpPr>
        <p:spPr>
          <a:xfrm>
            <a:off x="4732330" y="1555787"/>
            <a:ext cx="3235082" cy="2147515"/>
          </a:xfrm>
          <a:prstGeom prst="roundRect">
            <a:avLst>
              <a:gd name="adj" fmla="val 1805"/>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ounded Rectangle 35">
            <a:extLst>
              <a:ext uri="{FF2B5EF4-FFF2-40B4-BE49-F238E27FC236}">
                <a16:creationId xmlns:a16="http://schemas.microsoft.com/office/drawing/2014/main" id="{A30AA26C-08AE-31E0-85AF-18AB848DA1AA}"/>
              </a:ext>
            </a:extLst>
          </p:cNvPr>
          <p:cNvSpPr/>
          <p:nvPr/>
        </p:nvSpPr>
        <p:spPr>
          <a:xfrm>
            <a:off x="1348426" y="2504802"/>
            <a:ext cx="3235082" cy="2147515"/>
          </a:xfrm>
          <a:prstGeom prst="roundRect">
            <a:avLst>
              <a:gd name="adj" fmla="val 2113"/>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ounded Rectangle 33">
            <a:extLst>
              <a:ext uri="{FF2B5EF4-FFF2-40B4-BE49-F238E27FC236}">
                <a16:creationId xmlns:a16="http://schemas.microsoft.com/office/drawing/2014/main" id="{63BF51D8-2331-1605-0FE3-D97B44A0356D}"/>
              </a:ext>
            </a:extLst>
          </p:cNvPr>
          <p:cNvSpPr/>
          <p:nvPr/>
        </p:nvSpPr>
        <p:spPr>
          <a:xfrm>
            <a:off x="8224729" y="2587887"/>
            <a:ext cx="3014571" cy="655039"/>
          </a:xfrm>
          <a:prstGeom prst="roundRect">
            <a:avLst>
              <a:gd name="adj" fmla="val 4890"/>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ounded Rectangle 32">
            <a:extLst>
              <a:ext uri="{FF2B5EF4-FFF2-40B4-BE49-F238E27FC236}">
                <a16:creationId xmlns:a16="http://schemas.microsoft.com/office/drawing/2014/main" id="{528CF8F0-BECD-853A-C242-2ADABA1374B5}"/>
              </a:ext>
            </a:extLst>
          </p:cNvPr>
          <p:cNvSpPr/>
          <p:nvPr/>
        </p:nvSpPr>
        <p:spPr>
          <a:xfrm>
            <a:off x="4843812" y="1665469"/>
            <a:ext cx="3014571" cy="655039"/>
          </a:xfrm>
          <a:prstGeom prst="roundRect">
            <a:avLst>
              <a:gd name="adj" fmla="val 4890"/>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ounded Rectangle 31">
            <a:extLst>
              <a:ext uri="{FF2B5EF4-FFF2-40B4-BE49-F238E27FC236}">
                <a16:creationId xmlns:a16="http://schemas.microsoft.com/office/drawing/2014/main" id="{F0E62BF9-B60E-4BE6-111B-58C64184A7FD}"/>
              </a:ext>
            </a:extLst>
          </p:cNvPr>
          <p:cNvSpPr/>
          <p:nvPr/>
        </p:nvSpPr>
        <p:spPr>
          <a:xfrm>
            <a:off x="1438779" y="2603582"/>
            <a:ext cx="3000934" cy="655039"/>
          </a:xfrm>
          <a:prstGeom prst="roundRect">
            <a:avLst>
              <a:gd name="adj" fmla="val 4890"/>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E2BC6AB2-1FA3-D47A-8233-88C6AEE1B05F}"/>
              </a:ext>
            </a:extLst>
          </p:cNvPr>
          <p:cNvSpPr/>
          <p:nvPr/>
        </p:nvSpPr>
        <p:spPr>
          <a:xfrm>
            <a:off x="2438385"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BFE25983-4A88-CAB0-366B-8FE5BB576889}"/>
              </a:ext>
            </a:extLst>
          </p:cNvPr>
          <p:cNvSpPr/>
          <p:nvPr/>
        </p:nvSpPr>
        <p:spPr>
          <a:xfrm>
            <a:off x="3362066"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 Rectangle 29">
            <a:extLst>
              <a:ext uri="{FF2B5EF4-FFF2-40B4-BE49-F238E27FC236}">
                <a16:creationId xmlns:a16="http://schemas.microsoft.com/office/drawing/2014/main" id="{49A404D2-B863-5817-9512-7CBAB1967792}"/>
              </a:ext>
            </a:extLst>
          </p:cNvPr>
          <p:cNvSpPr/>
          <p:nvPr/>
        </p:nvSpPr>
        <p:spPr>
          <a:xfrm>
            <a:off x="4298853"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ounded Rectangle 26">
            <a:extLst>
              <a:ext uri="{FF2B5EF4-FFF2-40B4-BE49-F238E27FC236}">
                <a16:creationId xmlns:a16="http://schemas.microsoft.com/office/drawing/2014/main" id="{5E82E432-87DD-D0F0-C5C9-6D1ABF6C9AB1}"/>
              </a:ext>
            </a:extLst>
          </p:cNvPr>
          <p:cNvSpPr/>
          <p:nvPr/>
        </p:nvSpPr>
        <p:spPr>
          <a:xfrm>
            <a:off x="1520027"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553DB4A7-625C-4839-6E0C-D2BE793E3A0A}"/>
              </a:ext>
            </a:extLst>
          </p:cNvPr>
          <p:cNvSpPr/>
          <p:nvPr/>
        </p:nvSpPr>
        <p:spPr>
          <a:xfrm>
            <a:off x="593752"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0BA50E-4967-3B79-1142-1B01365AB4C7}"/>
              </a:ext>
            </a:extLst>
          </p:cNvPr>
          <p:cNvSpPr>
            <a:spLocks noGrp="1"/>
          </p:cNvSpPr>
          <p:nvPr>
            <p:ph type="title"/>
          </p:nvPr>
        </p:nvSpPr>
        <p:spPr/>
        <p:txBody>
          <a:bodyPr/>
          <a:lstStyle/>
          <a:p>
            <a:r>
              <a:rPr lang="en-US" dirty="0"/>
              <a:t>Governance Structure</a:t>
            </a:r>
          </a:p>
        </p:txBody>
      </p:sp>
      <p:sp>
        <p:nvSpPr>
          <p:cNvPr id="17" name="TextBox 16">
            <a:extLst>
              <a:ext uri="{FF2B5EF4-FFF2-40B4-BE49-F238E27FC236}">
                <a16:creationId xmlns:a16="http://schemas.microsoft.com/office/drawing/2014/main" id="{DF99F05A-7025-AE18-B289-EFE172675202}"/>
              </a:ext>
            </a:extLst>
          </p:cNvPr>
          <p:cNvSpPr txBox="1"/>
          <p:nvPr/>
        </p:nvSpPr>
        <p:spPr>
          <a:xfrm>
            <a:off x="1425143" y="2612290"/>
            <a:ext cx="3014570" cy="646331"/>
          </a:xfrm>
          <a:prstGeom prst="rect">
            <a:avLst/>
          </a:prstGeom>
          <a:noFill/>
        </p:spPr>
        <p:txBody>
          <a:bodyPr wrap="square">
            <a:spAutoFit/>
          </a:bodyPr>
          <a:lstStyle/>
          <a:p>
            <a:pPr algn="ctr">
              <a:buNone/>
            </a:pPr>
            <a:r>
              <a:rPr lang="en-US" b="1" dirty="0">
                <a:effectLst/>
                <a:latin typeface="Aptos" panose="020B0004020202020204" pitchFamily="34" charset="0"/>
              </a:rPr>
              <a:t>Technical Advisory Council (TAC)</a:t>
            </a:r>
          </a:p>
        </p:txBody>
      </p:sp>
      <p:sp>
        <p:nvSpPr>
          <p:cNvPr id="18" name="TextBox 17">
            <a:extLst>
              <a:ext uri="{FF2B5EF4-FFF2-40B4-BE49-F238E27FC236}">
                <a16:creationId xmlns:a16="http://schemas.microsoft.com/office/drawing/2014/main" id="{5E657FC9-C001-4960-4F85-FBDCE32A33BB}"/>
              </a:ext>
            </a:extLst>
          </p:cNvPr>
          <p:cNvSpPr txBox="1"/>
          <p:nvPr/>
        </p:nvSpPr>
        <p:spPr>
          <a:xfrm>
            <a:off x="5047249" y="1808322"/>
            <a:ext cx="2643748" cy="369332"/>
          </a:xfrm>
          <a:prstGeom prst="rect">
            <a:avLst/>
          </a:prstGeom>
          <a:noFill/>
        </p:spPr>
        <p:txBody>
          <a:bodyPr wrap="square">
            <a:spAutoFit/>
          </a:bodyPr>
          <a:lstStyle/>
          <a:p>
            <a:pPr algn="ctr">
              <a:buNone/>
            </a:pPr>
            <a:r>
              <a:rPr lang="en-US" b="1" dirty="0">
                <a:effectLst/>
                <a:latin typeface="Aptos" panose="020B0004020202020204" pitchFamily="34" charset="0"/>
              </a:rPr>
              <a:t>Governing Board </a:t>
            </a:r>
            <a:r>
              <a:rPr lang="en-US" b="1" dirty="0">
                <a:latin typeface="Aptos" panose="020B0004020202020204" pitchFamily="34" charset="0"/>
              </a:rPr>
              <a:t>(GB)</a:t>
            </a:r>
            <a:endParaRPr lang="en-US" b="1" dirty="0">
              <a:effectLst/>
              <a:latin typeface="Aptos" panose="020B0004020202020204" pitchFamily="34" charset="0"/>
            </a:endParaRPr>
          </a:p>
        </p:txBody>
      </p:sp>
      <p:sp>
        <p:nvSpPr>
          <p:cNvPr id="19" name="TextBox 18">
            <a:extLst>
              <a:ext uri="{FF2B5EF4-FFF2-40B4-BE49-F238E27FC236}">
                <a16:creationId xmlns:a16="http://schemas.microsoft.com/office/drawing/2014/main" id="{83764623-7FDA-CCCE-4E5F-2CC24BC9E32D}"/>
              </a:ext>
            </a:extLst>
          </p:cNvPr>
          <p:cNvSpPr txBox="1"/>
          <p:nvPr/>
        </p:nvSpPr>
        <p:spPr>
          <a:xfrm>
            <a:off x="8203130" y="2730740"/>
            <a:ext cx="3036170" cy="369332"/>
          </a:xfrm>
          <a:prstGeom prst="rect">
            <a:avLst/>
          </a:prstGeom>
          <a:noFill/>
        </p:spPr>
        <p:txBody>
          <a:bodyPr wrap="square">
            <a:spAutoFit/>
          </a:bodyPr>
          <a:lstStyle/>
          <a:p>
            <a:pPr algn="ctr">
              <a:buNone/>
            </a:pPr>
            <a:r>
              <a:rPr lang="en-US" b="1" dirty="0">
                <a:effectLst/>
                <a:latin typeface="Aptos" panose="020B0004020202020204" pitchFamily="34" charset="0"/>
              </a:rPr>
              <a:t>Outreach Committee</a:t>
            </a:r>
            <a:r>
              <a:rPr lang="en-US" b="1" dirty="0">
                <a:latin typeface="Aptos" panose="020B0004020202020204" pitchFamily="34" charset="0"/>
              </a:rPr>
              <a:t> (OC)</a:t>
            </a:r>
            <a:endParaRPr lang="en-US" b="1" dirty="0">
              <a:effectLst/>
              <a:latin typeface="Aptos" panose="020B0004020202020204" pitchFamily="34" charset="0"/>
            </a:endParaRPr>
          </a:p>
        </p:txBody>
      </p:sp>
      <p:sp>
        <p:nvSpPr>
          <p:cNvPr id="21" name="TextBox 20">
            <a:extLst>
              <a:ext uri="{FF2B5EF4-FFF2-40B4-BE49-F238E27FC236}">
                <a16:creationId xmlns:a16="http://schemas.microsoft.com/office/drawing/2014/main" id="{27FC629E-06B7-A5A7-9468-4344996BE248}"/>
              </a:ext>
            </a:extLst>
          </p:cNvPr>
          <p:cNvSpPr txBox="1"/>
          <p:nvPr/>
        </p:nvSpPr>
        <p:spPr>
          <a:xfrm>
            <a:off x="604671" y="5131498"/>
            <a:ext cx="867428" cy="276999"/>
          </a:xfrm>
          <a:prstGeom prst="rect">
            <a:avLst/>
          </a:prstGeom>
          <a:noFill/>
        </p:spPr>
        <p:txBody>
          <a:bodyPr wrap="square">
            <a:spAutoFit/>
          </a:bodyPr>
          <a:lstStyle/>
          <a:p>
            <a:pPr algn="ctr">
              <a:buNone/>
            </a:pPr>
            <a:r>
              <a:rPr lang="en-US" sz="1200" b="1" dirty="0">
                <a:effectLst/>
                <a:latin typeface="Aptos" panose="020B0004020202020204" pitchFamily="34" charset="0"/>
              </a:rPr>
              <a:t>Gardener</a:t>
            </a:r>
          </a:p>
        </p:txBody>
      </p:sp>
      <p:sp>
        <p:nvSpPr>
          <p:cNvPr id="22" name="TextBox 21">
            <a:extLst>
              <a:ext uri="{FF2B5EF4-FFF2-40B4-BE49-F238E27FC236}">
                <a16:creationId xmlns:a16="http://schemas.microsoft.com/office/drawing/2014/main" id="{B0E146EF-621A-CB24-0009-E94949928F40}"/>
              </a:ext>
            </a:extLst>
          </p:cNvPr>
          <p:cNvSpPr txBox="1"/>
          <p:nvPr/>
        </p:nvSpPr>
        <p:spPr>
          <a:xfrm>
            <a:off x="1529010" y="5131498"/>
            <a:ext cx="867428" cy="276999"/>
          </a:xfrm>
          <a:prstGeom prst="rect">
            <a:avLst/>
          </a:prstGeom>
          <a:noFill/>
        </p:spPr>
        <p:txBody>
          <a:bodyPr wrap="square">
            <a:spAutoFit/>
          </a:bodyPr>
          <a:lstStyle/>
          <a:p>
            <a:pPr algn="ctr">
              <a:buNone/>
            </a:pPr>
            <a:r>
              <a:rPr lang="en-US" sz="1200" b="1" dirty="0" err="1">
                <a:effectLst/>
                <a:latin typeface="Aptos" panose="020B0004020202020204" pitchFamily="34" charset="0"/>
              </a:rPr>
              <a:t>IronCore</a:t>
            </a:r>
            <a:endParaRPr lang="en-US" sz="1200" b="1" dirty="0">
              <a:effectLst/>
              <a:latin typeface="Aptos" panose="020B0004020202020204" pitchFamily="34" charset="0"/>
            </a:endParaRPr>
          </a:p>
        </p:txBody>
      </p:sp>
      <p:sp>
        <p:nvSpPr>
          <p:cNvPr id="23" name="TextBox 22">
            <a:extLst>
              <a:ext uri="{FF2B5EF4-FFF2-40B4-BE49-F238E27FC236}">
                <a16:creationId xmlns:a16="http://schemas.microsoft.com/office/drawing/2014/main" id="{5B72314C-333B-2306-29DE-F17E9B254CA4}"/>
              </a:ext>
            </a:extLst>
          </p:cNvPr>
          <p:cNvSpPr txBox="1"/>
          <p:nvPr/>
        </p:nvSpPr>
        <p:spPr>
          <a:xfrm>
            <a:off x="2463289" y="5131498"/>
            <a:ext cx="867428" cy="276999"/>
          </a:xfrm>
          <a:prstGeom prst="rect">
            <a:avLst/>
          </a:prstGeom>
          <a:noFill/>
        </p:spPr>
        <p:txBody>
          <a:bodyPr wrap="square">
            <a:spAutoFit/>
          </a:bodyPr>
          <a:lstStyle/>
          <a:p>
            <a:pPr algn="ctr">
              <a:buNone/>
            </a:pPr>
            <a:r>
              <a:rPr lang="en-US" sz="1200" b="1" dirty="0" err="1">
                <a:effectLst/>
                <a:latin typeface="Aptos" panose="020B0004020202020204" pitchFamily="34" charset="0"/>
              </a:rPr>
              <a:t>Katalis</a:t>
            </a:r>
            <a:endParaRPr lang="en-US" sz="1200" b="1" dirty="0">
              <a:effectLst/>
              <a:latin typeface="Aptos" panose="020B0004020202020204" pitchFamily="34" charset="0"/>
            </a:endParaRPr>
          </a:p>
        </p:txBody>
      </p:sp>
      <p:sp>
        <p:nvSpPr>
          <p:cNvPr id="24" name="TextBox 23">
            <a:extLst>
              <a:ext uri="{FF2B5EF4-FFF2-40B4-BE49-F238E27FC236}">
                <a16:creationId xmlns:a16="http://schemas.microsoft.com/office/drawing/2014/main" id="{179201B1-E9A5-DC14-FA04-3B57F114CE3E}"/>
              </a:ext>
            </a:extLst>
          </p:cNvPr>
          <p:cNvSpPr txBox="1"/>
          <p:nvPr/>
        </p:nvSpPr>
        <p:spPr>
          <a:xfrm>
            <a:off x="3387628" y="5131498"/>
            <a:ext cx="867428" cy="461665"/>
          </a:xfrm>
          <a:prstGeom prst="rect">
            <a:avLst/>
          </a:prstGeom>
          <a:noFill/>
        </p:spPr>
        <p:txBody>
          <a:bodyPr wrap="square">
            <a:spAutoFit/>
          </a:bodyPr>
          <a:lstStyle/>
          <a:p>
            <a:pPr algn="ctr">
              <a:buNone/>
            </a:pPr>
            <a:r>
              <a:rPr lang="en-US" sz="1200" b="1" dirty="0">
                <a:latin typeface="Aptos" panose="020B0004020202020204" pitchFamily="34" charset="0"/>
              </a:rPr>
              <a:t>Platform Mesh</a:t>
            </a:r>
            <a:endParaRPr lang="en-US" sz="1200" b="1" dirty="0">
              <a:effectLst/>
              <a:latin typeface="Aptos" panose="020B0004020202020204" pitchFamily="34" charset="0"/>
            </a:endParaRPr>
          </a:p>
        </p:txBody>
      </p:sp>
      <p:sp>
        <p:nvSpPr>
          <p:cNvPr id="25" name="TextBox 24">
            <a:extLst>
              <a:ext uri="{FF2B5EF4-FFF2-40B4-BE49-F238E27FC236}">
                <a16:creationId xmlns:a16="http://schemas.microsoft.com/office/drawing/2014/main" id="{9EB148D8-BE60-2F25-258D-9CD9A61A68D1}"/>
              </a:ext>
            </a:extLst>
          </p:cNvPr>
          <p:cNvSpPr txBox="1"/>
          <p:nvPr/>
        </p:nvSpPr>
        <p:spPr>
          <a:xfrm>
            <a:off x="4321907" y="5131498"/>
            <a:ext cx="867428" cy="276999"/>
          </a:xfrm>
          <a:prstGeom prst="rect">
            <a:avLst/>
          </a:prstGeom>
          <a:noFill/>
        </p:spPr>
        <p:txBody>
          <a:bodyPr wrap="square">
            <a:spAutoFit/>
          </a:bodyPr>
          <a:lstStyle/>
          <a:p>
            <a:pPr algn="ctr">
              <a:buNone/>
            </a:pPr>
            <a:r>
              <a:rPr lang="en-US" sz="1200" b="1" dirty="0">
                <a:latin typeface="Aptos" panose="020B0004020202020204" pitchFamily="34" charset="0"/>
              </a:rPr>
              <a:t>etc.</a:t>
            </a:r>
            <a:endParaRPr lang="en-US" sz="1200" b="1" dirty="0">
              <a:effectLst/>
              <a:latin typeface="Aptos" panose="020B0004020202020204" pitchFamily="34" charset="0"/>
            </a:endParaRPr>
          </a:p>
        </p:txBody>
      </p:sp>
      <p:sp>
        <p:nvSpPr>
          <p:cNvPr id="31" name="Rounded Rectangle 30">
            <a:extLst>
              <a:ext uri="{FF2B5EF4-FFF2-40B4-BE49-F238E27FC236}">
                <a16:creationId xmlns:a16="http://schemas.microsoft.com/office/drawing/2014/main" id="{63E08841-C400-42E0-F248-CEC99AA6592F}"/>
              </a:ext>
            </a:extLst>
          </p:cNvPr>
          <p:cNvSpPr/>
          <p:nvPr/>
        </p:nvSpPr>
        <p:spPr>
          <a:xfrm>
            <a:off x="514995" y="5973185"/>
            <a:ext cx="4720682" cy="424815"/>
          </a:xfrm>
          <a:prstGeom prst="roundRect">
            <a:avLst>
              <a:gd name="adj" fmla="val 4890"/>
            </a:avLst>
          </a:prstGeom>
          <a:solidFill>
            <a:srgbClr val="163E64"/>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341108C-38FF-3E29-EC3F-BD5C976338C2}"/>
              </a:ext>
            </a:extLst>
          </p:cNvPr>
          <p:cNvSpPr txBox="1"/>
          <p:nvPr/>
        </p:nvSpPr>
        <p:spPr>
          <a:xfrm>
            <a:off x="1159306" y="6000927"/>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Developer Communities</a:t>
            </a:r>
          </a:p>
        </p:txBody>
      </p:sp>
      <p:sp>
        <p:nvSpPr>
          <p:cNvPr id="35" name="Text Placeholder 2">
            <a:extLst>
              <a:ext uri="{FF2B5EF4-FFF2-40B4-BE49-F238E27FC236}">
                <a16:creationId xmlns:a16="http://schemas.microsoft.com/office/drawing/2014/main" id="{E9C1DA26-8D47-3AE5-A7EE-30B476B1033F}"/>
              </a:ext>
            </a:extLst>
          </p:cNvPr>
          <p:cNvSpPr>
            <a:spLocks noGrp="1"/>
          </p:cNvSpPr>
          <p:nvPr>
            <p:ph type="body" sz="quarter" idx="13"/>
          </p:nvPr>
        </p:nvSpPr>
        <p:spPr>
          <a:xfrm>
            <a:off x="1425142" y="3356299"/>
            <a:ext cx="3014571" cy="1247589"/>
          </a:xfrm>
        </p:spPr>
        <p:txBody>
          <a:bodyPr>
            <a:normAutofit/>
          </a:bodyPr>
          <a:lstStyle/>
          <a:p>
            <a:pPr marL="0" indent="0">
              <a:lnSpc>
                <a:spcPct val="60000"/>
              </a:lnSpc>
              <a:spcBef>
                <a:spcPts val="1200"/>
              </a:spcBef>
            </a:pPr>
            <a:r>
              <a:rPr lang="en-US" dirty="0"/>
              <a:t>Cross-project collaboration</a:t>
            </a:r>
          </a:p>
          <a:p>
            <a:pPr marL="0" indent="0">
              <a:lnSpc>
                <a:spcPct val="60000"/>
              </a:lnSpc>
              <a:spcBef>
                <a:spcPts val="1200"/>
              </a:spcBef>
            </a:pPr>
            <a:r>
              <a:rPr lang="en-US" dirty="0"/>
              <a:t>Project Lifecycle</a:t>
            </a:r>
          </a:p>
          <a:p>
            <a:pPr marL="0" indent="0">
              <a:lnSpc>
                <a:spcPct val="60000"/>
              </a:lnSpc>
              <a:spcBef>
                <a:spcPts val="1200"/>
              </a:spcBef>
            </a:pPr>
            <a:r>
              <a:rPr lang="en-US" dirty="0"/>
              <a:t>Management</a:t>
            </a:r>
          </a:p>
          <a:p>
            <a:pPr marL="0" indent="0">
              <a:lnSpc>
                <a:spcPct val="60000"/>
              </a:lnSpc>
              <a:spcBef>
                <a:spcPts val="1200"/>
              </a:spcBef>
            </a:pPr>
            <a:r>
              <a:rPr lang="en-US" dirty="0"/>
              <a:t>Developer Voice to GB</a:t>
            </a:r>
          </a:p>
        </p:txBody>
      </p:sp>
      <p:sp>
        <p:nvSpPr>
          <p:cNvPr id="37" name="Text Placeholder 2">
            <a:extLst>
              <a:ext uri="{FF2B5EF4-FFF2-40B4-BE49-F238E27FC236}">
                <a16:creationId xmlns:a16="http://schemas.microsoft.com/office/drawing/2014/main" id="{9074A17E-68B8-CC8C-9840-124F63CBEF77}"/>
              </a:ext>
            </a:extLst>
          </p:cNvPr>
          <p:cNvSpPr txBox="1">
            <a:spLocks/>
          </p:cNvSpPr>
          <p:nvPr/>
        </p:nvSpPr>
        <p:spPr>
          <a:xfrm>
            <a:off x="4861838" y="2392028"/>
            <a:ext cx="3014571" cy="12475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17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60000"/>
              </a:lnSpc>
              <a:spcBef>
                <a:spcPts val="1200"/>
              </a:spcBef>
            </a:pPr>
            <a:r>
              <a:rPr lang="en-US" dirty="0"/>
              <a:t>Strategy &amp; Priorities</a:t>
            </a:r>
          </a:p>
          <a:p>
            <a:pPr marL="0" indent="0">
              <a:lnSpc>
                <a:spcPct val="60000"/>
              </a:lnSpc>
              <a:spcBef>
                <a:spcPts val="1200"/>
              </a:spcBef>
            </a:pPr>
            <a:r>
              <a:rPr lang="en-US" dirty="0"/>
              <a:t>Budget</a:t>
            </a:r>
          </a:p>
          <a:p>
            <a:pPr marL="0" indent="0">
              <a:lnSpc>
                <a:spcPct val="60000"/>
              </a:lnSpc>
              <a:spcBef>
                <a:spcPts val="1200"/>
              </a:spcBef>
            </a:pPr>
            <a:r>
              <a:rPr lang="en-US" dirty="0"/>
              <a:t>Marketing Strategy &amp; Events</a:t>
            </a:r>
          </a:p>
          <a:p>
            <a:pPr marL="0" indent="0">
              <a:lnSpc>
                <a:spcPct val="60000"/>
              </a:lnSpc>
              <a:spcBef>
                <a:spcPts val="1200"/>
              </a:spcBef>
            </a:pPr>
            <a:r>
              <a:rPr lang="en-US" dirty="0"/>
              <a:t>Legal &amp; overall governance</a:t>
            </a:r>
          </a:p>
        </p:txBody>
      </p:sp>
      <p:sp>
        <p:nvSpPr>
          <p:cNvPr id="63" name="Arc 62">
            <a:extLst>
              <a:ext uri="{FF2B5EF4-FFF2-40B4-BE49-F238E27FC236}">
                <a16:creationId xmlns:a16="http://schemas.microsoft.com/office/drawing/2014/main" id="{C8021A40-6003-E795-E298-17987BEC73C6}"/>
              </a:ext>
            </a:extLst>
          </p:cNvPr>
          <p:cNvSpPr/>
          <p:nvPr/>
        </p:nvSpPr>
        <p:spPr>
          <a:xfrm rot="16200000">
            <a:off x="4442648" y="484695"/>
            <a:ext cx="1092993" cy="4137760"/>
          </a:xfrm>
          <a:prstGeom prst="arc">
            <a:avLst>
              <a:gd name="adj1" fmla="val 16200136"/>
              <a:gd name="adj2" fmla="val 21502778"/>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7" name="Triangle 66">
            <a:extLst>
              <a:ext uri="{FF2B5EF4-FFF2-40B4-BE49-F238E27FC236}">
                <a16:creationId xmlns:a16="http://schemas.microsoft.com/office/drawing/2014/main" id="{363A05D1-4F50-E8CF-8A5C-AB3C87E671BE}"/>
              </a:ext>
            </a:extLst>
          </p:cNvPr>
          <p:cNvSpPr/>
          <p:nvPr/>
        </p:nvSpPr>
        <p:spPr>
          <a:xfrm rot="10800000">
            <a:off x="2863345" y="2509912"/>
            <a:ext cx="138163" cy="146066"/>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56529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51701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93486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15911</TotalTime>
  <Words>322</Words>
  <Application>Microsoft Macintosh PowerPoint</Application>
  <PresentationFormat>Widescreen</PresentationFormat>
  <Paragraphs>72</Paragraphs>
  <Slides>13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Aptos (Body)</vt:lpstr>
      <vt:lpstr>Aptos Display</vt:lpstr>
      <vt:lpstr>Arial</vt:lpstr>
      <vt:lpstr>Helvetica Neue</vt:lpstr>
      <vt:lpstr>Office Theme</vt:lpstr>
      <vt:lpstr>PowerPoint Presentation</vt:lpstr>
      <vt:lpstr>Antitrust Policy Notice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Governance Structure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Helmke</dc:creator>
  <cp:lastModifiedBy>Anna Helmke</cp:lastModifiedBy>
  <cp:revision>8</cp:revision>
  <dcterms:created xsi:type="dcterms:W3CDTF">2026-03-04T13:51:43Z</dcterms:created>
  <dcterms:modified xsi:type="dcterms:W3CDTF">2026-08-27T11:19:17Z</dcterms:modified>
</cp:coreProperties>
</file>