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3"/>
  </p:notesMasterIdLst>
  <p:sldIdLst>
    <p:sldId id="327" r:id="rId2"/>
    <p:sldId id="323" r:id="rId3"/>
    <p:sldId id="267" r:id="rId4"/>
    <p:sldId id="289" r:id="rId5"/>
    <p:sldId id="271" r:id="rId6"/>
    <p:sldId id="304" r:id="rId7"/>
    <p:sldId id="328" r:id="rId8"/>
    <p:sldId id="298" r:id="rId9"/>
    <p:sldId id="307" r:id="rId10"/>
    <p:sldId id="326" r:id="rId11"/>
    <p:sldId id="27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AFF"/>
    <a:srgbClr val="DDE9F8"/>
    <a:srgbClr val="A6CAEE"/>
    <a:srgbClr val="A6CAED"/>
    <a:srgbClr val="A6CAEC"/>
    <a:srgbClr val="DCEAF7"/>
    <a:srgbClr val="4E95D9"/>
    <a:srgbClr val="F6FBFF"/>
    <a:srgbClr val="4F95D9"/>
    <a:srgbClr val="163E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46F594-B7FC-D246-9388-9362126610EB}" v="9" dt="2026-09-21T10:39:50.0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079"/>
    <p:restoredTop sz="94717"/>
  </p:normalViewPr>
  <p:slideViewPr>
    <p:cSldViewPr snapToGrid="0">
      <p:cViewPr>
        <p:scale>
          <a:sx n="289" d="100"/>
          <a:sy n="289" d="100"/>
        </p:scale>
        <p:origin x="-4400" y="-46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 Helmke" userId="206455f3b88eb3a2" providerId="LiveId" clId="{C0B6E7E4-9922-5D53-B1AC-7DF53863221F}"/>
    <pc:docChg chg="undo custSel modSld modMainMaster">
      <pc:chgData name="Anna Helmke" userId="206455f3b88eb3a2" providerId="LiveId" clId="{C0B6E7E4-9922-5D53-B1AC-7DF53863221F}" dt="2026-09-21T10:40:44.422" v="280" actId="14100"/>
      <pc:docMkLst>
        <pc:docMk/>
      </pc:docMkLst>
      <pc:sldChg chg="addSp modSp mod">
        <pc:chgData name="Anna Helmke" userId="206455f3b88eb3a2" providerId="LiveId" clId="{C0B6E7E4-9922-5D53-B1AC-7DF53863221F}" dt="2026-09-21T10:23:08.862" v="180" actId="20577"/>
        <pc:sldMkLst>
          <pc:docMk/>
          <pc:sldMk cId="1707865642" sldId="298"/>
        </pc:sldMkLst>
        <pc:spChg chg="add mod">
          <ac:chgData name="Anna Helmke" userId="206455f3b88eb3a2" providerId="LiveId" clId="{C0B6E7E4-9922-5D53-B1AC-7DF53863221F}" dt="2026-09-21T10:23:08.862" v="180" actId="20577"/>
          <ac:spMkLst>
            <pc:docMk/>
            <pc:sldMk cId="1707865642" sldId="298"/>
            <ac:spMk id="4" creationId="{F9D4AFD1-35D7-CA58-504A-1BD6D47B2EF7}"/>
          </ac:spMkLst>
        </pc:spChg>
        <pc:spChg chg="mod">
          <ac:chgData name="Anna Helmke" userId="206455f3b88eb3a2" providerId="LiveId" clId="{C0B6E7E4-9922-5D53-B1AC-7DF53863221F}" dt="2026-08-27T10:51:56.336" v="138" actId="167"/>
          <ac:spMkLst>
            <pc:docMk/>
            <pc:sldMk cId="1707865642" sldId="298"/>
            <ac:spMk id="22" creationId="{26F9E1B5-2502-C8B1-E4CB-B6413E27D852}"/>
          </ac:spMkLst>
        </pc:spChg>
      </pc:sldChg>
      <pc:sldChg chg="addSp modSp mod modTransition">
        <pc:chgData name="Anna Helmke" userId="206455f3b88eb3a2" providerId="LiveId" clId="{C0B6E7E4-9922-5D53-B1AC-7DF53863221F}" dt="2026-09-21T10:22:32.871" v="170" actId="1038"/>
        <pc:sldMkLst>
          <pc:docMk/>
          <pc:sldMk cId="340354113" sldId="307"/>
        </pc:sldMkLst>
        <pc:picChg chg="add mod">
          <ac:chgData name="Anna Helmke" userId="206455f3b88eb3a2" providerId="LiveId" clId="{C0B6E7E4-9922-5D53-B1AC-7DF53863221F}" dt="2026-09-21T10:22:23.174" v="164" actId="1038"/>
          <ac:picMkLst>
            <pc:docMk/>
            <pc:sldMk cId="340354113" sldId="307"/>
            <ac:picMk id="3" creationId="{AA59B301-6A68-2D87-3402-0FCB75389035}"/>
          </ac:picMkLst>
        </pc:picChg>
        <pc:picChg chg="mod">
          <ac:chgData name="Anna Helmke" userId="206455f3b88eb3a2" providerId="LiveId" clId="{C0B6E7E4-9922-5D53-B1AC-7DF53863221F}" dt="2026-08-27T10:47:03.504" v="67" actId="1076"/>
          <ac:picMkLst>
            <pc:docMk/>
            <pc:sldMk cId="340354113" sldId="307"/>
            <ac:picMk id="4" creationId="{98E9F0BF-932E-6534-D878-24FE815CC46E}"/>
          </ac:picMkLst>
        </pc:picChg>
        <pc:picChg chg="mod">
          <ac:chgData name="Anna Helmke" userId="206455f3b88eb3a2" providerId="LiveId" clId="{C0B6E7E4-9922-5D53-B1AC-7DF53863221F}" dt="2026-09-21T10:22:23.174" v="164" actId="1038"/>
          <ac:picMkLst>
            <pc:docMk/>
            <pc:sldMk cId="340354113" sldId="307"/>
            <ac:picMk id="5" creationId="{C60FA2A3-0EC0-1200-9D29-481A31A9EB84}"/>
          </ac:picMkLst>
        </pc:picChg>
        <pc:picChg chg="mod">
          <ac:chgData name="Anna Helmke" userId="206455f3b88eb3a2" providerId="LiveId" clId="{C0B6E7E4-9922-5D53-B1AC-7DF53863221F}" dt="2026-08-27T10:46:26.239" v="61" actId="1076"/>
          <ac:picMkLst>
            <pc:docMk/>
            <pc:sldMk cId="340354113" sldId="307"/>
            <ac:picMk id="7" creationId="{27C42294-75CA-ACF3-9B4C-BBD004C7B674}"/>
          </ac:picMkLst>
        </pc:picChg>
        <pc:picChg chg="mod">
          <ac:chgData name="Anna Helmke" userId="206455f3b88eb3a2" providerId="LiveId" clId="{C0B6E7E4-9922-5D53-B1AC-7DF53863221F}" dt="2026-09-21T10:22:32.871" v="170" actId="1038"/>
          <ac:picMkLst>
            <pc:docMk/>
            <pc:sldMk cId="340354113" sldId="307"/>
            <ac:picMk id="8" creationId="{FFC216AA-C81C-2911-59DE-3307F26AD7B1}"/>
          </ac:picMkLst>
        </pc:picChg>
        <pc:picChg chg="mod">
          <ac:chgData name="Anna Helmke" userId="206455f3b88eb3a2" providerId="LiveId" clId="{C0B6E7E4-9922-5D53-B1AC-7DF53863221F}" dt="2026-08-27T10:46:26.239" v="61" actId="1076"/>
          <ac:picMkLst>
            <pc:docMk/>
            <pc:sldMk cId="340354113" sldId="307"/>
            <ac:picMk id="9" creationId="{D443124C-666F-94A2-D54D-B94B82C38F6E}"/>
          </ac:picMkLst>
        </pc:picChg>
        <pc:picChg chg="mod">
          <ac:chgData name="Anna Helmke" userId="206455f3b88eb3a2" providerId="LiveId" clId="{C0B6E7E4-9922-5D53-B1AC-7DF53863221F}" dt="2026-08-27T10:46:26.239" v="61" actId="1076"/>
          <ac:picMkLst>
            <pc:docMk/>
            <pc:sldMk cId="340354113" sldId="307"/>
            <ac:picMk id="12" creationId="{DBC0358E-1A7A-9D84-29B9-39B47AD6E59B}"/>
          </ac:picMkLst>
        </pc:picChg>
        <pc:picChg chg="mod">
          <ac:chgData name="Anna Helmke" userId="206455f3b88eb3a2" providerId="LiveId" clId="{C0B6E7E4-9922-5D53-B1AC-7DF53863221F}" dt="2026-08-27T10:46:26.239" v="61" actId="1076"/>
          <ac:picMkLst>
            <pc:docMk/>
            <pc:sldMk cId="340354113" sldId="307"/>
            <ac:picMk id="18" creationId="{7FB9B600-0A3E-412E-6C37-B877F718C116}"/>
          </ac:picMkLst>
        </pc:picChg>
        <pc:picChg chg="mod">
          <ac:chgData name="Anna Helmke" userId="206455f3b88eb3a2" providerId="LiveId" clId="{C0B6E7E4-9922-5D53-B1AC-7DF53863221F}" dt="2026-08-27T10:46:47.373" v="63" actId="1076"/>
          <ac:picMkLst>
            <pc:docMk/>
            <pc:sldMk cId="340354113" sldId="307"/>
            <ac:picMk id="21" creationId="{C0D70158-30AF-3998-F001-DD446A5378FD}"/>
          </ac:picMkLst>
        </pc:picChg>
        <pc:picChg chg="mod">
          <ac:chgData name="Anna Helmke" userId="206455f3b88eb3a2" providerId="LiveId" clId="{C0B6E7E4-9922-5D53-B1AC-7DF53863221F}" dt="2026-08-27T10:47:12.203" v="69" actId="1076"/>
          <ac:picMkLst>
            <pc:docMk/>
            <pc:sldMk cId="340354113" sldId="307"/>
            <ac:picMk id="23" creationId="{5DBC520C-5093-FFED-4EB2-6B654D4E804E}"/>
          </ac:picMkLst>
        </pc:picChg>
        <pc:picChg chg="mod">
          <ac:chgData name="Anna Helmke" userId="206455f3b88eb3a2" providerId="LiveId" clId="{C0B6E7E4-9922-5D53-B1AC-7DF53863221F}" dt="2026-08-27T10:47:22.038" v="71" actId="1076"/>
          <ac:picMkLst>
            <pc:docMk/>
            <pc:sldMk cId="340354113" sldId="307"/>
            <ac:picMk id="27" creationId="{93EC5106-C13E-1A97-D0E9-7DF45F9A631D}"/>
          </ac:picMkLst>
        </pc:picChg>
        <pc:picChg chg="mod">
          <ac:chgData name="Anna Helmke" userId="206455f3b88eb3a2" providerId="LiveId" clId="{C0B6E7E4-9922-5D53-B1AC-7DF53863221F}" dt="2026-09-21T10:22:23.174" v="164" actId="1038"/>
          <ac:picMkLst>
            <pc:docMk/>
            <pc:sldMk cId="340354113" sldId="307"/>
            <ac:picMk id="34" creationId="{CBF6991F-5648-44F1-DC25-D6E77ACBF125}"/>
          </ac:picMkLst>
        </pc:picChg>
        <pc:picChg chg="mod">
          <ac:chgData name="Anna Helmke" userId="206455f3b88eb3a2" providerId="LiveId" clId="{C0B6E7E4-9922-5D53-B1AC-7DF53863221F}" dt="2026-09-21T10:22:32.871" v="170" actId="1038"/>
          <ac:picMkLst>
            <pc:docMk/>
            <pc:sldMk cId="340354113" sldId="307"/>
            <ac:picMk id="36" creationId="{8D27CDC8-7DB5-9C69-39DD-03FD0A67ED47}"/>
          </ac:picMkLst>
        </pc:picChg>
        <pc:picChg chg="mod">
          <ac:chgData name="Anna Helmke" userId="206455f3b88eb3a2" providerId="LiveId" clId="{C0B6E7E4-9922-5D53-B1AC-7DF53863221F}" dt="2026-09-21T10:22:23.174" v="164" actId="1038"/>
          <ac:picMkLst>
            <pc:docMk/>
            <pc:sldMk cId="340354113" sldId="307"/>
            <ac:picMk id="41" creationId="{725FBF59-8C7E-39E5-3955-8E3A64498C5F}"/>
          </ac:picMkLst>
        </pc:picChg>
        <pc:picChg chg="mod">
          <ac:chgData name="Anna Helmke" userId="206455f3b88eb3a2" providerId="LiveId" clId="{C0B6E7E4-9922-5D53-B1AC-7DF53863221F}" dt="2026-09-21T10:22:23.174" v="164" actId="1038"/>
          <ac:picMkLst>
            <pc:docMk/>
            <pc:sldMk cId="340354113" sldId="307"/>
            <ac:picMk id="43" creationId="{BFC9F945-2928-BA76-669F-C6B73AAFD37C}"/>
          </ac:picMkLst>
        </pc:picChg>
        <pc:picChg chg="mod">
          <ac:chgData name="Anna Helmke" userId="206455f3b88eb3a2" providerId="LiveId" clId="{C0B6E7E4-9922-5D53-B1AC-7DF53863221F}" dt="2026-09-21T10:22:32.871" v="170" actId="1038"/>
          <ac:picMkLst>
            <pc:docMk/>
            <pc:sldMk cId="340354113" sldId="307"/>
            <ac:picMk id="46" creationId="{795A591D-C397-42DE-A6C3-60460AD1EE4D}"/>
          </ac:picMkLst>
        </pc:picChg>
        <pc:picChg chg="mod">
          <ac:chgData name="Anna Helmke" userId="206455f3b88eb3a2" providerId="LiveId" clId="{C0B6E7E4-9922-5D53-B1AC-7DF53863221F}" dt="2026-08-27T10:46:57.072" v="65" actId="1076"/>
          <ac:picMkLst>
            <pc:docMk/>
            <pc:sldMk cId="340354113" sldId="307"/>
            <ac:picMk id="48" creationId="{F07B402E-4891-B673-5FAD-B981AE6EB865}"/>
          </ac:picMkLst>
        </pc:picChg>
        <pc:picChg chg="mod">
          <ac:chgData name="Anna Helmke" userId="206455f3b88eb3a2" providerId="LiveId" clId="{C0B6E7E4-9922-5D53-B1AC-7DF53863221F}" dt="2026-09-21T10:22:32.871" v="170" actId="1038"/>
          <ac:picMkLst>
            <pc:docMk/>
            <pc:sldMk cId="340354113" sldId="307"/>
            <ac:picMk id="51" creationId="{628947EE-53F1-E6DE-10F7-8A05BEAA6FCC}"/>
          </ac:picMkLst>
        </pc:picChg>
        <pc:picChg chg="mod">
          <ac:chgData name="Anna Helmke" userId="206455f3b88eb3a2" providerId="LiveId" clId="{C0B6E7E4-9922-5D53-B1AC-7DF53863221F}" dt="2026-09-21T10:22:32.871" v="170" actId="1038"/>
          <ac:picMkLst>
            <pc:docMk/>
            <pc:sldMk cId="340354113" sldId="307"/>
            <ac:picMk id="53" creationId="{D9207E64-95E2-307E-93A7-5C58CF6818FB}"/>
          </ac:picMkLst>
        </pc:picChg>
        <pc:picChg chg="mod">
          <ac:chgData name="Anna Helmke" userId="206455f3b88eb3a2" providerId="LiveId" clId="{C0B6E7E4-9922-5D53-B1AC-7DF53863221F}" dt="2026-08-27T10:49:30.995" v="118" actId="1038"/>
          <ac:picMkLst>
            <pc:docMk/>
            <pc:sldMk cId="340354113" sldId="307"/>
            <ac:picMk id="61" creationId="{8B766B83-552F-94D0-E29D-94F855A6E565}"/>
          </ac:picMkLst>
        </pc:picChg>
        <pc:picChg chg="mod">
          <ac:chgData name="Anna Helmke" userId="206455f3b88eb3a2" providerId="LiveId" clId="{C0B6E7E4-9922-5D53-B1AC-7DF53863221F}" dt="2026-08-27T10:49:30.995" v="118" actId="1038"/>
          <ac:picMkLst>
            <pc:docMk/>
            <pc:sldMk cId="340354113" sldId="307"/>
            <ac:picMk id="64" creationId="{38F0FFB7-73D1-77EE-804D-AE42A8D3BEEF}"/>
          </ac:picMkLst>
        </pc:picChg>
        <pc:picChg chg="mod">
          <ac:chgData name="Anna Helmke" userId="206455f3b88eb3a2" providerId="LiveId" clId="{C0B6E7E4-9922-5D53-B1AC-7DF53863221F}" dt="2026-08-27T10:49:30.995" v="118" actId="1038"/>
          <ac:picMkLst>
            <pc:docMk/>
            <pc:sldMk cId="340354113" sldId="307"/>
            <ac:picMk id="67" creationId="{4F84346C-38EE-3D1A-E30F-29272E12BDF2}"/>
          </ac:picMkLst>
        </pc:picChg>
      </pc:sldChg>
      <pc:sldChg chg="addSp delSp modSp mod">
        <pc:chgData name="Anna Helmke" userId="206455f3b88eb3a2" providerId="LiveId" clId="{C0B6E7E4-9922-5D53-B1AC-7DF53863221F}" dt="2026-09-21T10:40:44.422" v="280" actId="14100"/>
        <pc:sldMkLst>
          <pc:docMk/>
          <pc:sldMk cId="1264931560" sldId="326"/>
        </pc:sldMkLst>
        <pc:spChg chg="add mod">
          <ac:chgData name="Anna Helmke" userId="206455f3b88eb3a2" providerId="LiveId" clId="{C0B6E7E4-9922-5D53-B1AC-7DF53863221F}" dt="2026-09-21T10:23:21.085" v="191" actId="20577"/>
          <ac:spMkLst>
            <pc:docMk/>
            <pc:sldMk cId="1264931560" sldId="326"/>
            <ac:spMk id="2" creationId="{EF6FD379-81D4-1845-888A-A6AB15D9E38E}"/>
          </ac:spMkLst>
        </pc:spChg>
        <pc:spChg chg="mod">
          <ac:chgData name="Anna Helmke" userId="206455f3b88eb3a2" providerId="LiveId" clId="{C0B6E7E4-9922-5D53-B1AC-7DF53863221F}" dt="2026-09-21T10:23:42.791" v="223" actId="1036"/>
          <ac:spMkLst>
            <pc:docMk/>
            <pc:sldMk cId="1264931560" sldId="326"/>
            <ac:spMk id="4" creationId="{AA5CE0AF-35CB-50E0-97DF-81943C30D33C}"/>
          </ac:spMkLst>
        </pc:spChg>
        <pc:spChg chg="mod">
          <ac:chgData name="Anna Helmke" userId="206455f3b88eb3a2" providerId="LiveId" clId="{C0B6E7E4-9922-5D53-B1AC-7DF53863221F}" dt="2026-09-21T10:40:44.422" v="280" actId="14100"/>
          <ac:spMkLst>
            <pc:docMk/>
            <pc:sldMk cId="1264931560" sldId="326"/>
            <ac:spMk id="5" creationId="{00792AF2-ACC7-4CB0-CA0E-E2FDD267CF4E}"/>
          </ac:spMkLst>
        </pc:spChg>
        <pc:spChg chg="mod">
          <ac:chgData name="Anna Helmke" userId="206455f3b88eb3a2" providerId="LiveId" clId="{C0B6E7E4-9922-5D53-B1AC-7DF53863221F}" dt="2026-09-21T10:38:52.995" v="255" actId="1076"/>
          <ac:spMkLst>
            <pc:docMk/>
            <pc:sldMk cId="1264931560" sldId="326"/>
            <ac:spMk id="7" creationId="{506C3CCC-F98D-24F0-BADC-24D731BA641F}"/>
          </ac:spMkLst>
        </pc:spChg>
        <pc:spChg chg="mod">
          <ac:chgData name="Anna Helmke" userId="206455f3b88eb3a2" providerId="LiveId" clId="{C0B6E7E4-9922-5D53-B1AC-7DF53863221F}" dt="2026-09-21T10:38:52.995" v="255" actId="1076"/>
          <ac:spMkLst>
            <pc:docMk/>
            <pc:sldMk cId="1264931560" sldId="326"/>
            <ac:spMk id="8" creationId="{691BE8AC-BC2F-8C62-D78F-60F57C8DA9F7}"/>
          </ac:spMkLst>
        </pc:spChg>
        <pc:spChg chg="mod">
          <ac:chgData name="Anna Helmke" userId="206455f3b88eb3a2" providerId="LiveId" clId="{C0B6E7E4-9922-5D53-B1AC-7DF53863221F}" dt="2026-09-21T10:38:52.995" v="255" actId="1076"/>
          <ac:spMkLst>
            <pc:docMk/>
            <pc:sldMk cId="1264931560" sldId="326"/>
            <ac:spMk id="9" creationId="{233B6290-A5E4-0234-827C-E79723E8C10E}"/>
          </ac:spMkLst>
        </pc:spChg>
        <pc:spChg chg="mod">
          <ac:chgData name="Anna Helmke" userId="206455f3b88eb3a2" providerId="LiveId" clId="{C0B6E7E4-9922-5D53-B1AC-7DF53863221F}" dt="2026-09-21T10:38:52.995" v="255" actId="1076"/>
          <ac:spMkLst>
            <pc:docMk/>
            <pc:sldMk cId="1264931560" sldId="326"/>
            <ac:spMk id="11" creationId="{5C5E1C97-6034-1A12-FCB2-ABCEFA5724F1}"/>
          </ac:spMkLst>
        </pc:spChg>
        <pc:spChg chg="mod">
          <ac:chgData name="Anna Helmke" userId="206455f3b88eb3a2" providerId="LiveId" clId="{C0B6E7E4-9922-5D53-B1AC-7DF53863221F}" dt="2026-09-21T10:38:52.995" v="255" actId="1076"/>
          <ac:spMkLst>
            <pc:docMk/>
            <pc:sldMk cId="1264931560" sldId="326"/>
            <ac:spMk id="13" creationId="{FB6030BE-BE73-3821-D4E6-7421CDD85D37}"/>
          </ac:spMkLst>
        </pc:spChg>
        <pc:spChg chg="mod">
          <ac:chgData name="Anna Helmke" userId="206455f3b88eb3a2" providerId="LiveId" clId="{C0B6E7E4-9922-5D53-B1AC-7DF53863221F}" dt="2026-09-21T10:38:52.995" v="255" actId="1076"/>
          <ac:spMkLst>
            <pc:docMk/>
            <pc:sldMk cId="1264931560" sldId="326"/>
            <ac:spMk id="14" creationId="{4EB9E516-F79A-4402-A437-ADB08131129C}"/>
          </ac:spMkLst>
        </pc:spChg>
        <pc:spChg chg="mod">
          <ac:chgData name="Anna Helmke" userId="206455f3b88eb3a2" providerId="LiveId" clId="{C0B6E7E4-9922-5D53-B1AC-7DF53863221F}" dt="2026-09-21T10:39:40.682" v="267" actId="166"/>
          <ac:spMkLst>
            <pc:docMk/>
            <pc:sldMk cId="1264931560" sldId="326"/>
            <ac:spMk id="16" creationId="{23B67136-3923-7A95-489B-689239F2E01C}"/>
          </ac:spMkLst>
        </pc:spChg>
        <pc:spChg chg="mod">
          <ac:chgData name="Anna Helmke" userId="206455f3b88eb3a2" providerId="LiveId" clId="{C0B6E7E4-9922-5D53-B1AC-7DF53863221F}" dt="2026-09-21T10:39:40.682" v="267" actId="166"/>
          <ac:spMkLst>
            <pc:docMk/>
            <pc:sldMk cId="1264931560" sldId="326"/>
            <ac:spMk id="18" creationId="{3509664A-8B76-2153-43F7-DF856E4FBEB0}"/>
          </ac:spMkLst>
        </pc:spChg>
        <pc:spChg chg="mod">
          <ac:chgData name="Anna Helmke" userId="206455f3b88eb3a2" providerId="LiveId" clId="{C0B6E7E4-9922-5D53-B1AC-7DF53863221F}" dt="2026-09-21T10:38:52.995" v="255" actId="1076"/>
          <ac:spMkLst>
            <pc:docMk/>
            <pc:sldMk cId="1264931560" sldId="326"/>
            <ac:spMk id="20" creationId="{F71C3435-DBF5-792E-AF95-94348728D4FC}"/>
          </ac:spMkLst>
        </pc:spChg>
        <pc:spChg chg="mod">
          <ac:chgData name="Anna Helmke" userId="206455f3b88eb3a2" providerId="LiveId" clId="{C0B6E7E4-9922-5D53-B1AC-7DF53863221F}" dt="2026-09-21T10:23:42.791" v="223" actId="1036"/>
          <ac:spMkLst>
            <pc:docMk/>
            <pc:sldMk cId="1264931560" sldId="326"/>
            <ac:spMk id="22" creationId="{C9C72C0D-EC04-F8C5-A35B-9FEEE4C943A1}"/>
          </ac:spMkLst>
        </pc:spChg>
        <pc:spChg chg="mod">
          <ac:chgData name="Anna Helmke" userId="206455f3b88eb3a2" providerId="LiveId" clId="{C0B6E7E4-9922-5D53-B1AC-7DF53863221F}" dt="2026-09-21T10:40:32.805" v="278" actId="1076"/>
          <ac:spMkLst>
            <pc:docMk/>
            <pc:sldMk cId="1264931560" sldId="326"/>
            <ac:spMk id="23" creationId="{9E36B7D1-E710-55C5-A393-D3979A81B008}"/>
          </ac:spMkLst>
        </pc:spChg>
        <pc:spChg chg="mod">
          <ac:chgData name="Anna Helmke" userId="206455f3b88eb3a2" providerId="LiveId" clId="{C0B6E7E4-9922-5D53-B1AC-7DF53863221F}" dt="2026-09-21T10:40:09.972" v="272" actId="1076"/>
          <ac:spMkLst>
            <pc:docMk/>
            <pc:sldMk cId="1264931560" sldId="326"/>
            <ac:spMk id="24" creationId="{C4B4D48F-4463-93BF-71A9-603D8E1F3572}"/>
          </ac:spMkLst>
        </pc:spChg>
        <pc:spChg chg="add del mod">
          <ac:chgData name="Anna Helmke" userId="206455f3b88eb3a2" providerId="LiveId" clId="{C0B6E7E4-9922-5D53-B1AC-7DF53863221F}" dt="2026-09-21T10:37:16.039" v="243" actId="478"/>
          <ac:spMkLst>
            <pc:docMk/>
            <pc:sldMk cId="1264931560" sldId="326"/>
            <ac:spMk id="25" creationId="{04AD3CED-0845-F91D-8255-A2503F3E641C}"/>
          </ac:spMkLst>
        </pc:spChg>
        <pc:spChg chg="add mod">
          <ac:chgData name="Anna Helmke" userId="206455f3b88eb3a2" providerId="LiveId" clId="{C0B6E7E4-9922-5D53-B1AC-7DF53863221F}" dt="2026-09-21T10:39:50.028" v="268" actId="167"/>
          <ac:spMkLst>
            <pc:docMk/>
            <pc:sldMk cId="1264931560" sldId="326"/>
            <ac:spMk id="26" creationId="{450F9970-BF84-5F24-9286-8C474C48773D}"/>
          </ac:spMkLst>
        </pc:spChg>
        <pc:spChg chg="add del mod">
          <ac:chgData name="Anna Helmke" userId="206455f3b88eb3a2" providerId="LiveId" clId="{C0B6E7E4-9922-5D53-B1AC-7DF53863221F}" dt="2026-09-21T10:39:03.248" v="262" actId="478"/>
          <ac:spMkLst>
            <pc:docMk/>
            <pc:sldMk cId="1264931560" sldId="326"/>
            <ac:spMk id="27" creationId="{9780944B-689B-DBE5-9D5A-5B2B917695ED}"/>
          </ac:spMkLst>
        </pc:spChg>
        <pc:spChg chg="mod">
          <ac:chgData name="Anna Helmke" userId="206455f3b88eb3a2" providerId="LiveId" clId="{C0B6E7E4-9922-5D53-B1AC-7DF53863221F}" dt="2026-09-21T10:39:50.028" v="268" actId="167"/>
          <ac:spMkLst>
            <pc:docMk/>
            <pc:sldMk cId="1264931560" sldId="326"/>
            <ac:spMk id="28" creationId="{FF109452-562D-591A-7E53-D24D9077C92F}"/>
          </ac:spMkLst>
        </pc:spChg>
        <pc:spChg chg="mod">
          <ac:chgData name="Anna Helmke" userId="206455f3b88eb3a2" providerId="LiveId" clId="{C0B6E7E4-9922-5D53-B1AC-7DF53863221F}" dt="2026-09-21T10:39:50.028" v="268" actId="167"/>
          <ac:spMkLst>
            <pc:docMk/>
            <pc:sldMk cId="1264931560" sldId="326"/>
            <ac:spMk id="29" creationId="{418E899A-0EC7-1A7A-BE8E-98B0D1848A21}"/>
          </ac:spMkLst>
        </pc:spChg>
        <pc:spChg chg="add mod">
          <ac:chgData name="Anna Helmke" userId="206455f3b88eb3a2" providerId="LiveId" clId="{C0B6E7E4-9922-5D53-B1AC-7DF53863221F}" dt="2026-09-21T10:39:40.682" v="267" actId="166"/>
          <ac:spMkLst>
            <pc:docMk/>
            <pc:sldMk cId="1264931560" sldId="326"/>
            <ac:spMk id="30" creationId="{63917B4C-C824-48D7-6174-C7A2E1EC0093}"/>
          </ac:spMkLst>
        </pc:spChg>
        <pc:spChg chg="add mod">
          <ac:chgData name="Anna Helmke" userId="206455f3b88eb3a2" providerId="LiveId" clId="{C0B6E7E4-9922-5D53-B1AC-7DF53863221F}" dt="2026-09-21T10:40:19.831" v="275" actId="1037"/>
          <ac:spMkLst>
            <pc:docMk/>
            <pc:sldMk cId="1264931560" sldId="326"/>
            <ac:spMk id="31" creationId="{20B839C0-6E97-35CF-4DF2-0E30DD888C6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8D1FFF-3B6F-A440-B2E7-D2C34C2609DB}" type="datetimeFigureOut">
              <a:rPr lang="en-US" smtClean="0"/>
              <a:t>9/21/26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C7977E-D206-0644-9C2D-F055898E797E}" type="slidenum">
              <a:rPr lang="en-US" smtClean="0"/>
              <a:t>‹#›</a:t>
            </a:fld>
            <a:endParaRPr lang="en-US"/>
          </a:p>
        </p:txBody>
      </p:sp>
    </p:spTree>
    <p:extLst>
      <p:ext uri="{BB962C8B-B14F-4D97-AF65-F5344CB8AC3E}">
        <p14:creationId xmlns:p14="http://schemas.microsoft.com/office/powerpoint/2010/main" val="3338908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de-DE" b="1" dirty="0"/>
              <a:t>THIS SLIDE IS MANDATORY!</a:t>
            </a:r>
            <a:endParaRPr lang="en-US" b="1" dirty="0"/>
          </a:p>
        </p:txBody>
      </p:sp>
    </p:spTree>
    <p:extLst>
      <p:ext uri="{BB962C8B-B14F-4D97-AF65-F5344CB8AC3E}">
        <p14:creationId xmlns:p14="http://schemas.microsoft.com/office/powerpoint/2010/main" val="838490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DCD46-FF84-D880-B767-A164416082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5A3B71-49A4-ACC5-19D6-75A2F7AA9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9EC02F-4B08-D1B2-909E-4CC7A75799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BBA32E-D5B5-AE40-1CB1-461DB98EFE51}"/>
              </a:ext>
            </a:extLst>
          </p:cNvPr>
          <p:cNvSpPr>
            <a:spLocks noGrp="1"/>
          </p:cNvSpPr>
          <p:nvPr>
            <p:ph type="sldNum" sz="quarter" idx="5"/>
          </p:nvPr>
        </p:nvSpPr>
        <p:spPr/>
        <p:txBody>
          <a:bodyPr/>
          <a:lstStyle/>
          <a:p>
            <a:fld id="{C2C7977E-D206-0644-9C2D-F055898E797E}" type="slidenum">
              <a:rPr lang="en-US" smtClean="0"/>
              <a:t>4</a:t>
            </a:fld>
            <a:endParaRPr lang="en-US"/>
          </a:p>
        </p:txBody>
      </p:sp>
    </p:spTree>
    <p:extLst>
      <p:ext uri="{BB962C8B-B14F-4D97-AF65-F5344CB8AC3E}">
        <p14:creationId xmlns:p14="http://schemas.microsoft.com/office/powerpoint/2010/main" val="4123800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50797-E692-9132-7DD1-89230CBEE6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252DD1-51E6-EFA5-9DF2-65A9B66CC9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48F133-6347-76E2-80FF-FF26E6443B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A98EC9-886C-19FB-BB4F-0BF7803E3AC1}"/>
              </a:ext>
            </a:extLst>
          </p:cNvPr>
          <p:cNvSpPr>
            <a:spLocks noGrp="1"/>
          </p:cNvSpPr>
          <p:nvPr>
            <p:ph type="sldNum" sz="quarter" idx="5"/>
          </p:nvPr>
        </p:nvSpPr>
        <p:spPr/>
        <p:txBody>
          <a:bodyPr/>
          <a:lstStyle/>
          <a:p>
            <a:fld id="{C2C7977E-D206-0644-9C2D-F055898E797E}" type="slidenum">
              <a:rPr lang="en-US" smtClean="0"/>
              <a:t>8</a:t>
            </a:fld>
            <a:endParaRPr lang="en-US"/>
          </a:p>
        </p:txBody>
      </p:sp>
    </p:spTree>
    <p:extLst>
      <p:ext uri="{BB962C8B-B14F-4D97-AF65-F5344CB8AC3E}">
        <p14:creationId xmlns:p14="http://schemas.microsoft.com/office/powerpoint/2010/main" val="3342959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ACB59-3023-7C2B-2FA9-8730971807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81AF6-A6B4-BAF4-F804-28338EC5DC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19B2C6-AA83-47DC-FA68-59E9189775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6AC5F5-ABEB-4917-D48C-E152DDA468E2}"/>
              </a:ext>
            </a:extLst>
          </p:cNvPr>
          <p:cNvSpPr>
            <a:spLocks noGrp="1"/>
          </p:cNvSpPr>
          <p:nvPr>
            <p:ph type="sldNum" sz="quarter" idx="5"/>
          </p:nvPr>
        </p:nvSpPr>
        <p:spPr/>
        <p:txBody>
          <a:bodyPr/>
          <a:lstStyle/>
          <a:p>
            <a:fld id="{C2C7977E-D206-0644-9C2D-F055898E797E}" type="slidenum">
              <a:rPr lang="en-US" smtClean="0"/>
              <a:t>9</a:t>
            </a:fld>
            <a:endParaRPr lang="en-US"/>
          </a:p>
        </p:txBody>
      </p:sp>
    </p:spTree>
    <p:extLst>
      <p:ext uri="{BB962C8B-B14F-4D97-AF65-F5344CB8AC3E}">
        <p14:creationId xmlns:p14="http://schemas.microsoft.com/office/powerpoint/2010/main" val="8132378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preserve="1" userDrawn="1">
  <p:cSld name="Title_Slide_1">
    <p:spTree>
      <p:nvGrpSpPr>
        <p:cNvPr id="1" name="Shape 71"/>
        <p:cNvGrpSpPr/>
        <p:nvPr/>
      </p:nvGrpSpPr>
      <p:grpSpPr>
        <a:xfrm>
          <a:off x="0" y="0"/>
          <a:ext cx="0" cy="0"/>
          <a:chOff x="0" y="0"/>
          <a:chExt cx="0" cy="0"/>
        </a:xfrm>
      </p:grpSpPr>
      <p:pic>
        <p:nvPicPr>
          <p:cNvPr id="5" name="Picture 4">
            <a:extLst>
              <a:ext uri="{FF2B5EF4-FFF2-40B4-BE49-F238E27FC236}">
                <a16:creationId xmlns:a16="http://schemas.microsoft.com/office/drawing/2014/main" id="{792DD94B-0C76-2431-63F5-379E56E51FA1}"/>
              </a:ext>
            </a:extLst>
          </p:cNvPr>
          <p:cNvPicPr>
            <a:picLocks noChangeAspect="1"/>
          </p:cNvPicPr>
          <p:nvPr userDrawn="1"/>
        </p:nvPicPr>
        <p:blipFill>
          <a:blip r:embed="rId2"/>
          <a:stretch>
            <a:fillRect/>
          </a:stretch>
        </p:blipFill>
        <p:spPr>
          <a:xfrm rot="10800000">
            <a:off x="-19050" y="-19050"/>
            <a:ext cx="1765983" cy="2916849"/>
          </a:xfrm>
          <a:prstGeom prst="rect">
            <a:avLst/>
          </a:prstGeom>
        </p:spPr>
      </p:pic>
      <p:pic>
        <p:nvPicPr>
          <p:cNvPr id="8" name="Picture 7">
            <a:extLst>
              <a:ext uri="{FF2B5EF4-FFF2-40B4-BE49-F238E27FC236}">
                <a16:creationId xmlns:a16="http://schemas.microsoft.com/office/drawing/2014/main" id="{A7B556CE-4A31-7E36-05BE-8DD0DA6BB781}"/>
              </a:ext>
            </a:extLst>
          </p:cNvPr>
          <p:cNvPicPr>
            <a:picLocks noChangeAspect="1"/>
          </p:cNvPicPr>
          <p:nvPr userDrawn="1"/>
        </p:nvPicPr>
        <p:blipFill>
          <a:blip r:embed="rId3"/>
          <a:stretch>
            <a:fillRect/>
          </a:stretch>
        </p:blipFill>
        <p:spPr>
          <a:xfrm>
            <a:off x="3535033" y="2916849"/>
            <a:ext cx="5279967" cy="1024302"/>
          </a:xfrm>
          <a:prstGeom prst="rect">
            <a:avLst/>
          </a:prstGeom>
        </p:spPr>
      </p:pic>
      <p:sp>
        <p:nvSpPr>
          <p:cNvPr id="2" name="Rectangle 1">
            <a:extLst>
              <a:ext uri="{FF2B5EF4-FFF2-40B4-BE49-F238E27FC236}">
                <a16:creationId xmlns:a16="http://schemas.microsoft.com/office/drawing/2014/main" id="{FF3A080A-F28A-C092-7DE0-39B1E62C1550}"/>
              </a:ext>
            </a:extLst>
          </p:cNvPr>
          <p:cNvSpPr/>
          <p:nvPr userDrawn="1"/>
        </p:nvSpPr>
        <p:spPr>
          <a:xfrm>
            <a:off x="11585542" y="6457361"/>
            <a:ext cx="518474" cy="320511"/>
          </a:xfrm>
          <a:prstGeom prst="rect">
            <a:avLst/>
          </a:prstGeom>
          <a:solidFill>
            <a:srgbClr val="F5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2212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_Slide_2">
    <p:spTree>
      <p:nvGrpSpPr>
        <p:cNvPr id="1" name="Shape 71"/>
        <p:cNvGrpSpPr/>
        <p:nvPr/>
      </p:nvGrpSpPr>
      <p:grpSpPr>
        <a:xfrm>
          <a:off x="0" y="0"/>
          <a:ext cx="0" cy="0"/>
          <a:chOff x="0" y="0"/>
          <a:chExt cx="0" cy="0"/>
        </a:xfrm>
      </p:grpSpPr>
      <p:sp>
        <p:nvSpPr>
          <p:cNvPr id="11" name="Title 4">
            <a:extLst>
              <a:ext uri="{FF2B5EF4-FFF2-40B4-BE49-F238E27FC236}">
                <a16:creationId xmlns:a16="http://schemas.microsoft.com/office/drawing/2014/main" id="{F32F4B2D-93E1-FC02-8ACE-BEB798D2A3EA}"/>
              </a:ext>
            </a:extLst>
          </p:cNvPr>
          <p:cNvSpPr>
            <a:spLocks noGrp="1"/>
          </p:cNvSpPr>
          <p:nvPr>
            <p:ph type="title" hasCustomPrompt="1"/>
          </p:nvPr>
        </p:nvSpPr>
        <p:spPr>
          <a:xfrm>
            <a:off x="0" y="2766218"/>
            <a:ext cx="12192000" cy="1325563"/>
          </a:xfrm>
        </p:spPr>
        <p:txBody>
          <a:bodyPr/>
          <a:lstStyle>
            <a:lvl1pPr algn="ctr">
              <a:defRPr sz="4500" b="1">
                <a:solidFill>
                  <a:schemeClr val="tx1"/>
                </a:solidFill>
              </a:defRPr>
            </a:lvl1pPr>
          </a:lstStyle>
          <a:p>
            <a:r>
              <a:rPr lang="en-US" dirty="0"/>
              <a:t>Header</a:t>
            </a:r>
          </a:p>
        </p:txBody>
      </p:sp>
      <p:pic>
        <p:nvPicPr>
          <p:cNvPr id="13" name="Picture 12">
            <a:extLst>
              <a:ext uri="{FF2B5EF4-FFF2-40B4-BE49-F238E27FC236}">
                <a16:creationId xmlns:a16="http://schemas.microsoft.com/office/drawing/2014/main" id="{1BEBDAEE-DF6C-1A40-7449-6211232D98D5}"/>
              </a:ext>
            </a:extLst>
          </p:cNvPr>
          <p:cNvPicPr>
            <a:picLocks noChangeAspect="1"/>
          </p:cNvPicPr>
          <p:nvPr userDrawn="1"/>
        </p:nvPicPr>
        <p:blipFill>
          <a:blip r:embed="rId2"/>
          <a:stretch>
            <a:fillRect/>
          </a:stretch>
        </p:blipFill>
        <p:spPr>
          <a:xfrm>
            <a:off x="3456016" y="596850"/>
            <a:ext cx="5279967" cy="1024302"/>
          </a:xfrm>
          <a:prstGeom prst="rect">
            <a:avLst/>
          </a:prstGeom>
        </p:spPr>
      </p:pic>
      <p:sp>
        <p:nvSpPr>
          <p:cNvPr id="2" name="Rectangle 1">
            <a:extLst>
              <a:ext uri="{FF2B5EF4-FFF2-40B4-BE49-F238E27FC236}">
                <a16:creationId xmlns:a16="http://schemas.microsoft.com/office/drawing/2014/main" id="{5614898B-58D1-91AA-5C09-0BF1F3E2385B}"/>
              </a:ext>
            </a:extLst>
          </p:cNvPr>
          <p:cNvSpPr/>
          <p:nvPr userDrawn="1"/>
        </p:nvSpPr>
        <p:spPr>
          <a:xfrm>
            <a:off x="11585542" y="6457361"/>
            <a:ext cx="518474" cy="320511"/>
          </a:xfrm>
          <a:prstGeom prst="rect">
            <a:avLst/>
          </a:prstGeom>
          <a:solidFill>
            <a:srgbClr val="F5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1058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reserve="1" userDrawn="1">
  <p:cSld name="Mission_Slide">
    <p:spTree>
      <p:nvGrpSpPr>
        <p:cNvPr id="1" name="Shape 71"/>
        <p:cNvGrpSpPr/>
        <p:nvPr/>
      </p:nvGrpSpPr>
      <p:grpSpPr>
        <a:xfrm>
          <a:off x="0" y="0"/>
          <a:ext cx="0" cy="0"/>
          <a:chOff x="0" y="0"/>
          <a:chExt cx="0" cy="0"/>
        </a:xfrm>
      </p:grpSpPr>
      <p:sp>
        <p:nvSpPr>
          <p:cNvPr id="10" name="TextBox 9">
            <a:extLst>
              <a:ext uri="{FF2B5EF4-FFF2-40B4-BE49-F238E27FC236}">
                <a16:creationId xmlns:a16="http://schemas.microsoft.com/office/drawing/2014/main" id="{F5E3F22A-A2A0-9978-F276-5EBF31E02740}"/>
              </a:ext>
            </a:extLst>
          </p:cNvPr>
          <p:cNvSpPr txBox="1"/>
          <p:nvPr userDrawn="1"/>
        </p:nvSpPr>
        <p:spPr>
          <a:xfrm>
            <a:off x="418237" y="2739252"/>
            <a:ext cx="11435713" cy="1246495"/>
          </a:xfrm>
          <a:prstGeom prst="rect">
            <a:avLst/>
          </a:prstGeom>
          <a:noFill/>
        </p:spPr>
        <p:txBody>
          <a:bodyPr wrap="square">
            <a:spAutoFit/>
          </a:bodyPr>
          <a:lstStyle/>
          <a:p>
            <a:pPr algn="ctr"/>
            <a:r>
              <a:rPr lang="en-US" sz="2500" b="1" dirty="0" err="1">
                <a:solidFill>
                  <a:schemeClr val="tx1"/>
                </a:solidFill>
              </a:rPr>
              <a:t>NeoNephos</a:t>
            </a:r>
            <a:r>
              <a:rPr lang="en-US" sz="2500" b="1" dirty="0">
                <a:solidFill>
                  <a:schemeClr val="tx1"/>
                </a:solidFill>
              </a:rPr>
              <a:t> is building a community-driven, </a:t>
            </a:r>
          </a:p>
          <a:p>
            <a:pPr algn="ctr"/>
            <a:r>
              <a:rPr lang="en-US" sz="2500" b="1" dirty="0">
                <a:solidFill>
                  <a:schemeClr val="tx1"/>
                </a:solidFill>
              </a:rPr>
              <a:t>open cloud-native stack to strengthen European digital sovereignty</a:t>
            </a:r>
          </a:p>
          <a:p>
            <a:pPr algn="ctr"/>
            <a:r>
              <a:rPr lang="en-US" sz="2500" b="1" dirty="0">
                <a:solidFill>
                  <a:schemeClr val="tx1"/>
                </a:solidFill>
              </a:rPr>
              <a:t>by connecting open source building blocks into interoperable platforms.</a:t>
            </a:r>
          </a:p>
        </p:txBody>
      </p:sp>
    </p:spTree>
    <p:extLst>
      <p:ext uri="{BB962C8B-B14F-4D97-AF65-F5344CB8AC3E}">
        <p14:creationId xmlns:p14="http://schemas.microsoft.com/office/powerpoint/2010/main" val="1367580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Layout_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7471781"/>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_Layout_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1FEDEA-C53E-237C-33A9-B0566BAF0D31}"/>
              </a:ext>
            </a:extLst>
          </p:cNvPr>
          <p:cNvSpPr>
            <a:spLocks noGrp="1"/>
          </p:cNvSpPr>
          <p:nvPr>
            <p:ph type="title"/>
          </p:nvPr>
        </p:nvSpPr>
        <p:spPr>
          <a:xfrm>
            <a:off x="472440" y="422179"/>
            <a:ext cx="10515600" cy="1325563"/>
          </a:xfrm>
        </p:spPr>
        <p:txBody>
          <a:bodyPr/>
          <a:lstStyle>
            <a:lvl1pPr>
              <a:defRPr sz="3500" b="1"/>
            </a:lvl1pPr>
          </a:lstStyle>
          <a:p>
            <a:r>
              <a:rPr lang="en-US" dirty="0"/>
              <a:t>Click to edit Master title style</a:t>
            </a:r>
          </a:p>
        </p:txBody>
      </p:sp>
      <p:sp>
        <p:nvSpPr>
          <p:cNvPr id="13" name="Text Placeholder 12">
            <a:extLst>
              <a:ext uri="{FF2B5EF4-FFF2-40B4-BE49-F238E27FC236}">
                <a16:creationId xmlns:a16="http://schemas.microsoft.com/office/drawing/2014/main" id="{50A5EA23-8703-E23F-EEEF-C0DFCAEDD952}"/>
              </a:ext>
            </a:extLst>
          </p:cNvPr>
          <p:cNvSpPr>
            <a:spLocks noGrp="1"/>
          </p:cNvSpPr>
          <p:nvPr>
            <p:ph type="body" sz="quarter" idx="13"/>
          </p:nvPr>
        </p:nvSpPr>
        <p:spPr>
          <a:xfrm>
            <a:off x="472440" y="2000250"/>
            <a:ext cx="8477921" cy="2786903"/>
          </a:xfrm>
        </p:spPr>
        <p:txBody>
          <a:bodyPr/>
          <a:lstStyle>
            <a:lvl1pPr>
              <a:defRPr sz="1700"/>
            </a:lvl1pPr>
            <a:lvl2pPr>
              <a:defRPr sz="1700"/>
            </a:lvl2pPr>
            <a:lvl3pPr>
              <a:defRPr sz="1700"/>
            </a:lvl3pPr>
            <a:lvl4pPr>
              <a:defRPr sz="1700"/>
            </a:lvl4pPr>
            <a:lvl5pP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47005617"/>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ide_Layout_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DA5FE76-B074-AC25-5DC3-6FDB69E6FFAC}"/>
              </a:ext>
            </a:extLst>
          </p:cNvPr>
          <p:cNvPicPr>
            <a:picLocks noChangeAspect="1"/>
          </p:cNvPicPr>
          <p:nvPr userDrawn="1"/>
        </p:nvPicPr>
        <p:blipFill>
          <a:blip r:embed="rId2"/>
          <a:stretch>
            <a:fillRect/>
          </a:stretch>
        </p:blipFill>
        <p:spPr>
          <a:xfrm>
            <a:off x="10587568" y="204257"/>
            <a:ext cx="1363133" cy="210613"/>
          </a:xfrm>
          <a:prstGeom prst="rect">
            <a:avLst/>
          </a:prstGeom>
        </p:spPr>
      </p:pic>
      <p:sp>
        <p:nvSpPr>
          <p:cNvPr id="10" name="Title 4">
            <a:extLst>
              <a:ext uri="{FF2B5EF4-FFF2-40B4-BE49-F238E27FC236}">
                <a16:creationId xmlns:a16="http://schemas.microsoft.com/office/drawing/2014/main" id="{43A44832-25A2-7EAC-F9D1-3DCCA88EAD65}"/>
              </a:ext>
            </a:extLst>
          </p:cNvPr>
          <p:cNvSpPr>
            <a:spLocks noGrp="1"/>
          </p:cNvSpPr>
          <p:nvPr>
            <p:ph type="title"/>
          </p:nvPr>
        </p:nvSpPr>
        <p:spPr>
          <a:xfrm>
            <a:off x="472440" y="422179"/>
            <a:ext cx="10515600" cy="1325563"/>
          </a:xfrm>
        </p:spPr>
        <p:txBody>
          <a:bodyPr/>
          <a:lstStyle>
            <a:lvl1pPr>
              <a:defRPr sz="3500" b="1"/>
            </a:lvl1pPr>
          </a:lstStyle>
          <a:p>
            <a:r>
              <a:rPr lang="en-US" dirty="0"/>
              <a:t>Click to edit Master title style</a:t>
            </a:r>
          </a:p>
        </p:txBody>
      </p:sp>
      <p:sp>
        <p:nvSpPr>
          <p:cNvPr id="11" name="Text Placeholder 12">
            <a:extLst>
              <a:ext uri="{FF2B5EF4-FFF2-40B4-BE49-F238E27FC236}">
                <a16:creationId xmlns:a16="http://schemas.microsoft.com/office/drawing/2014/main" id="{7A5B37CB-99A6-4864-8E03-C6C476C8FC63}"/>
              </a:ext>
            </a:extLst>
          </p:cNvPr>
          <p:cNvSpPr>
            <a:spLocks noGrp="1"/>
          </p:cNvSpPr>
          <p:nvPr>
            <p:ph type="body" sz="quarter" idx="13"/>
          </p:nvPr>
        </p:nvSpPr>
        <p:spPr>
          <a:xfrm>
            <a:off x="472441" y="2000250"/>
            <a:ext cx="4949414" cy="2786903"/>
          </a:xfrm>
        </p:spPr>
        <p:txBody>
          <a:bodyPr/>
          <a:lstStyle>
            <a:lvl1pPr>
              <a:defRPr sz="1700"/>
            </a:lvl1pPr>
            <a:lvl2pPr>
              <a:defRPr sz="1700"/>
            </a:lvl2pPr>
            <a:lvl3pPr>
              <a:defRPr sz="1700"/>
            </a:lvl3pPr>
            <a:lvl4pPr>
              <a:defRPr sz="1700"/>
            </a:lvl4pPr>
            <a:lvl5pP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Online Image Placeholder 2">
            <a:extLst>
              <a:ext uri="{FF2B5EF4-FFF2-40B4-BE49-F238E27FC236}">
                <a16:creationId xmlns:a16="http://schemas.microsoft.com/office/drawing/2014/main" id="{F937125C-C78E-AD2D-5B30-8D28297C0578}"/>
              </a:ext>
            </a:extLst>
          </p:cNvPr>
          <p:cNvSpPr>
            <a:spLocks noGrp="1"/>
          </p:cNvSpPr>
          <p:nvPr>
            <p:ph type="clipArt" sz="quarter" idx="14"/>
          </p:nvPr>
        </p:nvSpPr>
        <p:spPr>
          <a:xfrm>
            <a:off x="5765800" y="1979613"/>
            <a:ext cx="6056313" cy="4119562"/>
          </a:xfrm>
        </p:spPr>
        <p:txBody>
          <a:bodyPr/>
          <a:lstStyle/>
          <a:p>
            <a:endParaRPr lang="en-US"/>
          </a:p>
        </p:txBody>
      </p:sp>
    </p:spTree>
    <p:extLst>
      <p:ext uri="{BB962C8B-B14F-4D97-AF65-F5344CB8AC3E}">
        <p14:creationId xmlns:p14="http://schemas.microsoft.com/office/powerpoint/2010/main" val="3840407236"/>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preserve="1" userDrawn="1">
  <p:cSld name="Antitrust Policy Notice">
    <p:spTree>
      <p:nvGrpSpPr>
        <p:cNvPr id="1" name="Shape 71"/>
        <p:cNvGrpSpPr/>
        <p:nvPr/>
      </p:nvGrpSpPr>
      <p:grpSpPr>
        <a:xfrm>
          <a:off x="0" y="0"/>
          <a:ext cx="0" cy="0"/>
          <a:chOff x="0" y="0"/>
          <a:chExt cx="0" cy="0"/>
        </a:xfrm>
      </p:grpSpPr>
      <p:sp>
        <p:nvSpPr>
          <p:cNvPr id="2" name="Title Placeholder 10">
            <a:extLst>
              <a:ext uri="{FF2B5EF4-FFF2-40B4-BE49-F238E27FC236}">
                <a16:creationId xmlns:a16="http://schemas.microsoft.com/office/drawing/2014/main" id="{EFFD25E4-85F5-21A8-508C-39721715B4F3}"/>
              </a:ext>
            </a:extLst>
          </p:cNvPr>
          <p:cNvSpPr>
            <a:spLocks noGrp="1"/>
          </p:cNvSpPr>
          <p:nvPr>
            <p:ph type="title"/>
          </p:nvPr>
        </p:nvSpPr>
        <p:spPr>
          <a:xfrm>
            <a:off x="838200" y="366185"/>
            <a:ext cx="10515600" cy="1325033"/>
          </a:xfrm>
          <a:prstGeom prst="rect">
            <a:avLst/>
          </a:prstGeom>
        </p:spPr>
        <p:txBody>
          <a:bodyPr vert="horz" lIns="91440" tIns="45720" rIns="91440" bIns="45720" rtlCol="0" anchor="ctr">
            <a:normAutofit/>
          </a:bodyPr>
          <a:lstStyle/>
          <a:p>
            <a:r>
              <a:rPr lang="de-DE" dirty="0">
                <a:latin typeface="Aptos (Body)"/>
              </a:rPr>
              <a:t>Antitrust Policy </a:t>
            </a:r>
            <a:r>
              <a:rPr lang="de-DE" dirty="0" err="1">
                <a:latin typeface="Aptos (Body)"/>
              </a:rPr>
              <a:t>Notice</a:t>
            </a:r>
            <a:endParaRPr lang="en-US" dirty="0">
              <a:latin typeface="Aptos (Body)"/>
            </a:endParaRPr>
          </a:p>
        </p:txBody>
      </p:sp>
      <p:sp>
        <p:nvSpPr>
          <p:cNvPr id="4" name="Text Placeholder 11">
            <a:extLst>
              <a:ext uri="{FF2B5EF4-FFF2-40B4-BE49-F238E27FC236}">
                <a16:creationId xmlns:a16="http://schemas.microsoft.com/office/drawing/2014/main" id="{A9F27D20-B363-4C64-CAA5-B595D7014FE3}"/>
              </a:ext>
            </a:extLst>
          </p:cNvPr>
          <p:cNvSpPr>
            <a:spLocks noGrp="1"/>
          </p:cNvSpPr>
          <p:nvPr>
            <p:ph idx="1" hasCustomPrompt="1"/>
          </p:nvPr>
        </p:nvSpPr>
        <p:spPr>
          <a:xfrm>
            <a:off x="838200" y="1826684"/>
            <a:ext cx="10515600" cy="4349749"/>
          </a:xfrm>
          <a:prstGeom prst="rect">
            <a:avLst/>
          </a:prstGeom>
        </p:spPr>
        <p:txBody>
          <a:bodyPr vert="horz" lIns="91440" tIns="45720" rIns="91440" bIns="45720" rtlCol="0">
            <a:normAutofit/>
          </a:bodyPr>
          <a:lstStyle>
            <a:lvl1pPr>
              <a:defRPr sz="2000"/>
            </a:lvl1pPr>
          </a:lstStyle>
          <a:p>
            <a:pPr marL="237061" lvl="0" indent="-237061">
              <a:lnSpc>
                <a:spcPct val="90000"/>
              </a:lnSpc>
              <a:buClr>
                <a:srgbClr val="168FDF"/>
              </a:buClr>
              <a:buSzPts val="1700"/>
              <a:buFont typeface="Helvetica Neue"/>
              <a:buChar char="›"/>
            </a:pPr>
            <a:r>
              <a:rPr lang="en-US" dirty="0">
                <a:solidFill>
                  <a:srgbClr val="2F2F2F"/>
                </a:solidFill>
                <a:latin typeface="+mn-lt"/>
                <a:ea typeface="Gill Sans"/>
                <a:cs typeface="Gill Sans"/>
                <a:sym typeface="Gill Sans"/>
              </a:rPr>
              <a:t>Linux Foundation Europe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lang="en-US" dirty="0">
              <a:latin typeface="+mn-lt"/>
            </a:endParaRPr>
          </a:p>
          <a:p>
            <a:pPr marL="237061" lvl="0" indent="-101597">
              <a:lnSpc>
                <a:spcPct val="90000"/>
              </a:lnSpc>
              <a:spcBef>
                <a:spcPts val="1067"/>
              </a:spcBef>
              <a:buClr>
                <a:srgbClr val="168FDF"/>
              </a:buClr>
              <a:buSzPts val="1700"/>
              <a:buNone/>
            </a:pPr>
            <a:endParaRPr lang="en-US" dirty="0">
              <a:solidFill>
                <a:srgbClr val="2F2F2F"/>
              </a:solidFill>
              <a:latin typeface="+mn-lt"/>
              <a:ea typeface="Gill Sans"/>
              <a:cs typeface="Gill Sans"/>
              <a:sym typeface="Gill Sans"/>
            </a:endParaRPr>
          </a:p>
          <a:p>
            <a:pPr marL="237061" lvl="0" indent="-237061">
              <a:lnSpc>
                <a:spcPct val="90000"/>
              </a:lnSpc>
              <a:spcBef>
                <a:spcPts val="1067"/>
              </a:spcBef>
              <a:buClr>
                <a:srgbClr val="168FDF"/>
              </a:buClr>
              <a:buSzPts val="1700"/>
              <a:buFont typeface="Helvetica Neue"/>
              <a:buChar char="›"/>
            </a:pPr>
            <a:r>
              <a:rPr lang="en-US" dirty="0">
                <a:solidFill>
                  <a:srgbClr val="2F2F2F"/>
                </a:solidFill>
                <a:latin typeface="+mn-lt"/>
                <a:ea typeface="Gill Sans"/>
                <a:cs typeface="Gill Sans"/>
                <a:sym typeface="Gill Sans"/>
              </a:rPr>
              <a:t>Examples of types of actions that are prohibited at Linux Foundation Europe meetings and in connection with Linux Foundation activities are described in the Linux Foundation Antitrust Policy available at http://www.linuxfoundation.eu/antitrust-policy. If you have questions about these matters, please contact your company counsel, or if you are a member of the Linux Foundation, feel free to contact Andrew Updegrove of the firm of </a:t>
            </a:r>
            <a:r>
              <a:rPr lang="en-US" dirty="0" err="1">
                <a:solidFill>
                  <a:srgbClr val="2F2F2F"/>
                </a:solidFill>
                <a:latin typeface="+mn-lt"/>
                <a:ea typeface="Gill Sans"/>
                <a:cs typeface="Gill Sans"/>
                <a:sym typeface="Gill Sans"/>
              </a:rPr>
              <a:t>Gesmer</a:t>
            </a:r>
            <a:r>
              <a:rPr lang="en-US" dirty="0">
                <a:solidFill>
                  <a:srgbClr val="2F2F2F"/>
                </a:solidFill>
                <a:latin typeface="+mn-lt"/>
                <a:ea typeface="Gill Sans"/>
                <a:cs typeface="Gill Sans"/>
                <a:sym typeface="Gill Sans"/>
              </a:rPr>
              <a:t> Updegrove LLP, which provides legal counsel to the Linux Foundation.</a:t>
            </a:r>
          </a:p>
          <a:p>
            <a:endParaRPr lang="en-US" dirty="0">
              <a:latin typeface="+mn-lt"/>
            </a:endParaRPr>
          </a:p>
        </p:txBody>
      </p:sp>
    </p:spTree>
    <p:extLst>
      <p:ext uri="{BB962C8B-B14F-4D97-AF65-F5344CB8AC3E}">
        <p14:creationId xmlns:p14="http://schemas.microsoft.com/office/powerpoint/2010/main" val="317045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B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E5E68F-7363-B619-9AC9-2278C85727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BC0930-17C5-4459-B4C2-B7CE7D15EF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14">
            <a:extLst>
              <a:ext uri="{FF2B5EF4-FFF2-40B4-BE49-F238E27FC236}">
                <a16:creationId xmlns:a16="http://schemas.microsoft.com/office/drawing/2014/main" id="{CD2DE044-AC67-7A79-E25C-2A5B794BB26E}"/>
              </a:ext>
            </a:extLst>
          </p:cNvPr>
          <p:cNvSpPr txBox="1">
            <a:spLocks/>
          </p:cNvSpPr>
          <p:nvPr userDrawn="1"/>
        </p:nvSpPr>
        <p:spPr>
          <a:xfrm>
            <a:off x="9281410" y="6405114"/>
            <a:ext cx="2743200" cy="366183"/>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chemeClr val="tx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700545B-079F-47D2-8F5A-321B676D00E3}" type="slidenum">
              <a:rPr lang="en-US" smtClean="0"/>
              <a:pPr algn="r"/>
              <a:t>‹#›</a:t>
            </a:fld>
            <a:endParaRPr lang="en-US" dirty="0"/>
          </a:p>
        </p:txBody>
      </p:sp>
      <p:pic>
        <p:nvPicPr>
          <p:cNvPr id="6" name="Picture 5">
            <a:extLst>
              <a:ext uri="{FF2B5EF4-FFF2-40B4-BE49-F238E27FC236}">
                <a16:creationId xmlns:a16="http://schemas.microsoft.com/office/drawing/2014/main" id="{F03E2D11-CE84-B939-1371-D5FA438B754B}"/>
              </a:ext>
            </a:extLst>
          </p:cNvPr>
          <p:cNvPicPr>
            <a:picLocks noChangeAspect="1"/>
          </p:cNvPicPr>
          <p:nvPr userDrawn="1"/>
        </p:nvPicPr>
        <p:blipFill>
          <a:blip r:embed="rId9"/>
          <a:stretch>
            <a:fillRect/>
          </a:stretch>
        </p:blipFill>
        <p:spPr>
          <a:xfrm>
            <a:off x="5919032" y="6452934"/>
            <a:ext cx="353935" cy="303373"/>
          </a:xfrm>
          <a:prstGeom prst="rect">
            <a:avLst/>
          </a:prstGeom>
        </p:spPr>
      </p:pic>
    </p:spTree>
    <p:extLst>
      <p:ext uri="{BB962C8B-B14F-4D97-AF65-F5344CB8AC3E}">
        <p14:creationId xmlns:p14="http://schemas.microsoft.com/office/powerpoint/2010/main" val="3501908557"/>
      </p:ext>
    </p:extLst>
  </p:cSld>
  <p:clrMap bg1="lt1" tx1="dk1" bg2="lt2" tx2="dk2" accent1="accent1" accent2="accent2" accent3="accent3" accent4="accent4" accent5="accent5" accent6="accent6" hlink="hlink" folHlink="folHlink"/>
  <p:sldLayoutIdLst>
    <p:sldLayoutId id="2147483673" r:id="rId1"/>
    <p:sldLayoutId id="2147483660" r:id="rId2"/>
    <p:sldLayoutId id="2147483670" r:id="rId3"/>
    <p:sldLayoutId id="2147483649" r:id="rId4"/>
    <p:sldLayoutId id="2147483663" r:id="rId5"/>
    <p:sldLayoutId id="2147483650" r:id="rId6"/>
    <p:sldLayoutId id="2147483669" r:id="rId7"/>
  </p:sldLayoutIdLst>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svg"/><Relationship Id="rId18" Type="http://schemas.openxmlformats.org/officeDocument/2006/relationships/image" Target="../media/image19.svg"/><Relationship Id="rId3" Type="http://schemas.openxmlformats.org/officeDocument/2006/relationships/image" Target="../media/image6.png"/><Relationship Id="rId7" Type="http://schemas.openxmlformats.org/officeDocument/2006/relationships/image" Target="../media/image8.svg"/><Relationship Id="rId12" Type="http://schemas.openxmlformats.org/officeDocument/2006/relationships/image" Target="../media/image13.svg"/><Relationship Id="rId17" Type="http://schemas.openxmlformats.org/officeDocument/2006/relationships/image" Target="../media/image18.svg"/><Relationship Id="rId2" Type="http://schemas.openxmlformats.org/officeDocument/2006/relationships/notesSlide" Target="../notesSlides/notesSlide2.xml"/><Relationship Id="rId16" Type="http://schemas.openxmlformats.org/officeDocument/2006/relationships/image" Target="../media/image17.svg"/><Relationship Id="rId20"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7.svg"/><Relationship Id="rId11" Type="http://schemas.openxmlformats.org/officeDocument/2006/relationships/image" Target="../media/image12.svg"/><Relationship Id="rId5" Type="http://schemas.openxmlformats.org/officeDocument/2006/relationships/image" Target="../media/image3.png"/><Relationship Id="rId15" Type="http://schemas.openxmlformats.org/officeDocument/2006/relationships/image" Target="../media/image16.svg"/><Relationship Id="rId10" Type="http://schemas.openxmlformats.org/officeDocument/2006/relationships/image" Target="../media/image11.sv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svg"/><Relationship Id="rId14" Type="http://schemas.openxmlformats.org/officeDocument/2006/relationships/image" Target="../media/image15.sv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17" Type="http://schemas.openxmlformats.org/officeDocument/2006/relationships/image" Target="../media/image20.png"/><Relationship Id="rId2" Type="http://schemas.openxmlformats.org/officeDocument/2006/relationships/notesSlide" Target="../notesSlides/notesSlide3.xml"/><Relationship Id="rId16" Type="http://schemas.openxmlformats.org/officeDocument/2006/relationships/image" Target="../media/image40.png"/><Relationship Id="rId1" Type="http://schemas.openxmlformats.org/officeDocument/2006/relationships/slideLayout" Target="../slideLayouts/slideLayout4.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9.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18" Type="http://schemas.openxmlformats.org/officeDocument/2006/relationships/image" Target="../media/image56.png"/><Relationship Id="rId3" Type="http://schemas.openxmlformats.org/officeDocument/2006/relationships/image" Target="../media/image41.png"/><Relationship Id="rId21" Type="http://schemas.openxmlformats.org/officeDocument/2006/relationships/image" Target="../media/image59.png"/><Relationship Id="rId7" Type="http://schemas.openxmlformats.org/officeDocument/2006/relationships/image" Target="../media/image45.png"/><Relationship Id="rId12" Type="http://schemas.openxmlformats.org/officeDocument/2006/relationships/image" Target="../media/image50.png"/><Relationship Id="rId17"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54.png"/><Relationship Id="rId20" Type="http://schemas.openxmlformats.org/officeDocument/2006/relationships/image" Target="../media/image58.png"/><Relationship Id="rId1" Type="http://schemas.openxmlformats.org/officeDocument/2006/relationships/slideLayout" Target="../slideLayouts/slideLayout4.xml"/><Relationship Id="rId6" Type="http://schemas.openxmlformats.org/officeDocument/2006/relationships/image" Target="../media/image44.png"/><Relationship Id="rId11" Type="http://schemas.openxmlformats.org/officeDocument/2006/relationships/image" Target="../media/image49.png"/><Relationship Id="rId24" Type="http://schemas.openxmlformats.org/officeDocument/2006/relationships/image" Target="../media/image62.png"/><Relationship Id="rId5" Type="http://schemas.openxmlformats.org/officeDocument/2006/relationships/image" Target="../media/image43.png"/><Relationship Id="rId15" Type="http://schemas.openxmlformats.org/officeDocument/2006/relationships/image" Target="../media/image53.png"/><Relationship Id="rId23" Type="http://schemas.openxmlformats.org/officeDocument/2006/relationships/image" Target="../media/image61.png"/><Relationship Id="rId10" Type="http://schemas.openxmlformats.org/officeDocument/2006/relationships/image" Target="../media/image48.png"/><Relationship Id="rId19" Type="http://schemas.openxmlformats.org/officeDocument/2006/relationships/image" Target="../media/image57.png"/><Relationship Id="rId4" Type="http://schemas.openxmlformats.org/officeDocument/2006/relationships/image" Target="../media/image42.png"/><Relationship Id="rId9" Type="http://schemas.openxmlformats.org/officeDocument/2006/relationships/image" Target="../media/image47.png"/><Relationship Id="rId14" Type="http://schemas.openxmlformats.org/officeDocument/2006/relationships/image" Target="../media/image52.png"/><Relationship Id="rId22" Type="http://schemas.openxmlformats.org/officeDocument/2006/relationships/image" Target="../media/image6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4.xml"/><Relationship Id="rId4"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628148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Placeholder 10">
            <a:extLst>
              <a:ext uri="{FF2B5EF4-FFF2-40B4-BE49-F238E27FC236}">
                <a16:creationId xmlns:a16="http://schemas.microsoft.com/office/drawing/2014/main" id="{12D4DBC8-5D37-795E-D124-E3E72F80C7F8}"/>
              </a:ext>
            </a:extLst>
          </p:cNvPr>
          <p:cNvSpPr>
            <a:spLocks noGrp="1"/>
          </p:cNvSpPr>
          <p:nvPr>
            <p:ph type="title"/>
          </p:nvPr>
        </p:nvSpPr>
        <p:spPr>
          <a:xfrm>
            <a:off x="838200" y="366185"/>
            <a:ext cx="10515600" cy="1325033"/>
          </a:xfrm>
          <a:prstGeom prst="rect">
            <a:avLst/>
          </a:prstGeom>
        </p:spPr>
        <p:txBody>
          <a:bodyPr vert="horz" lIns="121920" tIns="60960" rIns="121920" bIns="60960" rtlCol="0" anchor="ctr">
            <a:normAutofit/>
          </a:bodyPr>
          <a:lstStyle/>
          <a:p>
            <a:r>
              <a:rPr lang="de-DE" dirty="0">
                <a:solidFill>
                  <a:schemeClr val="tx1"/>
                </a:solidFill>
                <a:latin typeface="Aptos (Body)"/>
              </a:rPr>
              <a:t>Antitrust Policy Notice</a:t>
            </a:r>
            <a:endParaRPr lang="en-US" dirty="0">
              <a:solidFill>
                <a:schemeClr val="tx1"/>
              </a:solidFill>
              <a:latin typeface="Aptos (Body)"/>
            </a:endParaRPr>
          </a:p>
        </p:txBody>
      </p:sp>
      <p:sp>
        <p:nvSpPr>
          <p:cNvPr id="6" name="Text Placeholder 11">
            <a:extLst>
              <a:ext uri="{FF2B5EF4-FFF2-40B4-BE49-F238E27FC236}">
                <a16:creationId xmlns:a16="http://schemas.microsoft.com/office/drawing/2014/main" id="{F50BB901-D4AA-19A6-C756-1EA5F03397DA}"/>
              </a:ext>
            </a:extLst>
          </p:cNvPr>
          <p:cNvSpPr>
            <a:spLocks noGrp="1"/>
          </p:cNvSpPr>
          <p:nvPr>
            <p:ph idx="4294967295"/>
          </p:nvPr>
        </p:nvSpPr>
        <p:spPr>
          <a:xfrm>
            <a:off x="838200" y="1826684"/>
            <a:ext cx="10515600" cy="4349749"/>
          </a:xfrm>
          <a:prstGeom prst="rect">
            <a:avLst/>
          </a:prstGeom>
        </p:spPr>
        <p:txBody>
          <a:bodyPr vert="horz" lIns="121920" tIns="60960" rIns="121920" bIns="60960" rtlCol="0">
            <a:normAutofit fontScale="85000" lnSpcReduction="20000"/>
          </a:bodyPr>
          <a:lstStyle/>
          <a:p>
            <a:pPr marL="237061" indent="-237061">
              <a:buClr>
                <a:srgbClr val="168FDF"/>
              </a:buClr>
              <a:buSzPts val="1700"/>
              <a:buFont typeface="Helvetica Neue"/>
              <a:buChar char="›"/>
            </a:pPr>
            <a:r>
              <a:rPr lang="en-US" dirty="0">
                <a:solidFill>
                  <a:srgbClr val="2F2F2F"/>
                </a:solidFill>
                <a:latin typeface="+mn-lt"/>
                <a:ea typeface="Gill Sans"/>
                <a:cs typeface="Gill Sans"/>
                <a:sym typeface="Gill Sans"/>
              </a:rPr>
              <a:t>Linux Foundation Europe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lang="en-US" dirty="0">
              <a:latin typeface="+mn-lt"/>
            </a:endParaRPr>
          </a:p>
          <a:p>
            <a:pPr marL="237061" indent="-101597">
              <a:spcBef>
                <a:spcPts val="1067"/>
              </a:spcBef>
              <a:buClr>
                <a:srgbClr val="168FDF"/>
              </a:buClr>
              <a:buSzPts val="1700"/>
              <a:buNone/>
            </a:pPr>
            <a:endParaRPr lang="en-US" dirty="0">
              <a:solidFill>
                <a:srgbClr val="2F2F2F"/>
              </a:solidFill>
              <a:latin typeface="+mn-lt"/>
              <a:ea typeface="Gill Sans"/>
              <a:cs typeface="Gill Sans"/>
              <a:sym typeface="Gill Sans"/>
            </a:endParaRPr>
          </a:p>
          <a:p>
            <a:pPr marL="237061" indent="-237061">
              <a:spcBef>
                <a:spcPts val="1067"/>
              </a:spcBef>
              <a:buClr>
                <a:srgbClr val="168FDF"/>
              </a:buClr>
              <a:buSzPts val="1700"/>
              <a:buFont typeface="Helvetica Neue"/>
              <a:buChar char="›"/>
            </a:pPr>
            <a:r>
              <a:rPr lang="en-US" dirty="0">
                <a:solidFill>
                  <a:srgbClr val="2F2F2F"/>
                </a:solidFill>
                <a:latin typeface="+mn-lt"/>
                <a:ea typeface="Gill Sans"/>
                <a:cs typeface="Gill Sans"/>
                <a:sym typeface="Gill Sans"/>
              </a:rPr>
              <a:t>Examples of types of actions that are prohibited at Linux Foundation Europe meetings and in connection with Linux Foundation activities are described in the Linux Foundation Antitrust Policy available at http://www.linuxfoundation.eu/antitrust-policy. If you have questions about these matters, please contact your company counsel, or if you are a member of the Linux Foundation, feel free to contact Andrew Updegrove of the firm of </a:t>
            </a:r>
            <a:r>
              <a:rPr lang="en-US" dirty="0" err="1">
                <a:solidFill>
                  <a:srgbClr val="2F2F2F"/>
                </a:solidFill>
                <a:latin typeface="+mn-lt"/>
                <a:ea typeface="Gill Sans"/>
                <a:cs typeface="Gill Sans"/>
                <a:sym typeface="Gill Sans"/>
              </a:rPr>
              <a:t>Gesmer</a:t>
            </a:r>
            <a:r>
              <a:rPr lang="en-US" dirty="0">
                <a:solidFill>
                  <a:srgbClr val="2F2F2F"/>
                </a:solidFill>
                <a:latin typeface="+mn-lt"/>
                <a:ea typeface="Gill Sans"/>
                <a:cs typeface="Gill Sans"/>
                <a:sym typeface="Gill Sans"/>
              </a:rPr>
              <a:t> Updegrove LLP, which provides legal counsel to the Linux Foundation.</a:t>
            </a:r>
          </a:p>
          <a:p>
            <a:endParaRPr lang="en-US" dirty="0">
              <a:latin typeface="+mn-lt"/>
            </a:endParaRPr>
          </a:p>
        </p:txBody>
      </p:sp>
    </p:spTree>
    <p:extLst>
      <p:ext uri="{BB962C8B-B14F-4D97-AF65-F5344CB8AC3E}">
        <p14:creationId xmlns:p14="http://schemas.microsoft.com/office/powerpoint/2010/main" val="88060158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C0899-0DE2-C673-2821-A9C12C61FC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CAA7D6F-1EE1-45E1-81AA-D0BA96EA5D0A}"/>
              </a:ext>
            </a:extLst>
          </p:cNvPr>
          <p:cNvSpPr txBox="1"/>
          <p:nvPr/>
        </p:nvSpPr>
        <p:spPr>
          <a:xfrm>
            <a:off x="2494954" y="2437052"/>
            <a:ext cx="7202091" cy="1938992"/>
          </a:xfrm>
          <a:prstGeom prst="rect">
            <a:avLst/>
          </a:prstGeom>
          <a:noFill/>
        </p:spPr>
        <p:txBody>
          <a:bodyPr wrap="square" rtlCol="0">
            <a:spAutoFit/>
          </a:bodyPr>
          <a:lstStyle/>
          <a:p>
            <a:pPr algn="ctr"/>
            <a:r>
              <a:rPr lang="en-US" sz="4000" b="1" dirty="0"/>
              <a:t>Community-driven </a:t>
            </a:r>
            <a:endParaRPr lang="en-US" sz="4000" dirty="0"/>
          </a:p>
          <a:p>
            <a:pPr algn="ctr"/>
            <a:r>
              <a:rPr lang="en-US" sz="4000" b="1" dirty="0"/>
              <a:t>open cloud-native stack</a:t>
            </a:r>
            <a:endParaRPr lang="en-US" sz="4000" dirty="0"/>
          </a:p>
          <a:p>
            <a:pPr algn="ctr"/>
            <a:r>
              <a:rPr lang="en-US" sz="4000" b="1" dirty="0"/>
              <a:t> for European sovereignty.</a:t>
            </a:r>
            <a:endParaRPr lang="en-US" sz="4000" dirty="0"/>
          </a:p>
        </p:txBody>
      </p:sp>
      <p:pic>
        <p:nvPicPr>
          <p:cNvPr id="4" name="Picture 3" descr="A blue flag with yellow stars and a black eagle&#10;&#10;AI-generated content may be incorrect.">
            <a:extLst>
              <a:ext uri="{FF2B5EF4-FFF2-40B4-BE49-F238E27FC236}">
                <a16:creationId xmlns:a16="http://schemas.microsoft.com/office/drawing/2014/main" id="{DA716207-B538-8BA0-E13F-7CC7BEE05977}"/>
              </a:ext>
            </a:extLst>
          </p:cNvPr>
          <p:cNvPicPr>
            <a:picLocks noChangeAspect="1"/>
          </p:cNvPicPr>
          <p:nvPr/>
        </p:nvPicPr>
        <p:blipFill>
          <a:blip r:embed="rId2"/>
          <a:stretch>
            <a:fillRect/>
          </a:stretch>
        </p:blipFill>
        <p:spPr>
          <a:xfrm>
            <a:off x="5151307" y="5680586"/>
            <a:ext cx="1889385" cy="1064225"/>
          </a:xfrm>
          <a:prstGeom prst="rect">
            <a:avLst/>
          </a:prstGeom>
        </p:spPr>
      </p:pic>
      <p:pic>
        <p:nvPicPr>
          <p:cNvPr id="6" name="Picture 5">
            <a:extLst>
              <a:ext uri="{FF2B5EF4-FFF2-40B4-BE49-F238E27FC236}">
                <a16:creationId xmlns:a16="http://schemas.microsoft.com/office/drawing/2014/main" id="{460A038C-9584-E56F-BD03-DFEBAB5292E6}"/>
              </a:ext>
            </a:extLst>
          </p:cNvPr>
          <p:cNvPicPr>
            <a:picLocks noChangeAspect="1"/>
          </p:cNvPicPr>
          <p:nvPr/>
        </p:nvPicPr>
        <p:blipFill>
          <a:blip r:embed="rId3"/>
          <a:stretch>
            <a:fillRect/>
          </a:stretch>
        </p:blipFill>
        <p:spPr>
          <a:xfrm>
            <a:off x="4369968" y="363068"/>
            <a:ext cx="3452061" cy="669692"/>
          </a:xfrm>
          <a:prstGeom prst="rect">
            <a:avLst/>
          </a:prstGeom>
        </p:spPr>
      </p:pic>
    </p:spTree>
    <p:extLst>
      <p:ext uri="{BB962C8B-B14F-4D97-AF65-F5344CB8AC3E}">
        <p14:creationId xmlns:p14="http://schemas.microsoft.com/office/powerpoint/2010/main" val="38660211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066DFED-358A-1128-2D93-9EDB37D2FB38}"/>
            </a:ext>
          </a:extLst>
        </p:cNvPr>
        <p:cNvGrpSpPr/>
        <p:nvPr/>
      </p:nvGrpSpPr>
      <p:grpSpPr>
        <a:xfrm>
          <a:off x="0" y="0"/>
          <a:ext cx="0" cy="0"/>
          <a:chOff x="0" y="0"/>
          <a:chExt cx="0" cy="0"/>
        </a:xfrm>
      </p:grpSpPr>
      <p:grpSp>
        <p:nvGrpSpPr>
          <p:cNvPr id="51" name="Group 50">
            <a:extLst>
              <a:ext uri="{FF2B5EF4-FFF2-40B4-BE49-F238E27FC236}">
                <a16:creationId xmlns:a16="http://schemas.microsoft.com/office/drawing/2014/main" id="{78FC5D01-34AB-9F4D-5B5B-1F95AE9B80CC}"/>
              </a:ext>
            </a:extLst>
          </p:cNvPr>
          <p:cNvGrpSpPr/>
          <p:nvPr/>
        </p:nvGrpSpPr>
        <p:grpSpPr>
          <a:xfrm>
            <a:off x="1655908" y="2706413"/>
            <a:ext cx="8882934" cy="2518121"/>
            <a:chOff x="2552317" y="2548152"/>
            <a:chExt cx="7026405" cy="1991835"/>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2A0C09A4-3B6B-EDEC-29DA-103B78D4BED3}"/>
                </a:ext>
              </a:extLst>
            </p:cNvPr>
            <p:cNvSpPr/>
            <p:nvPr/>
          </p:nvSpPr>
          <p:spPr>
            <a:xfrm>
              <a:off x="4052995" y="3306114"/>
              <a:ext cx="4026134" cy="123387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E14CD04-8145-3E17-790D-6975A10D2E2C}"/>
                </a:ext>
              </a:extLst>
            </p:cNvPr>
            <p:cNvSpPr/>
            <p:nvPr/>
          </p:nvSpPr>
          <p:spPr>
            <a:xfrm>
              <a:off x="2552317" y="2548152"/>
              <a:ext cx="7026405" cy="65499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rapezoid 66">
              <a:extLst>
                <a:ext uri="{FF2B5EF4-FFF2-40B4-BE49-F238E27FC236}">
                  <a16:creationId xmlns:a16="http://schemas.microsoft.com/office/drawing/2014/main" id="{C2ABA8E1-1A9F-84DE-8B87-9D72538F9FB3}"/>
                </a:ext>
              </a:extLst>
            </p:cNvPr>
            <p:cNvSpPr/>
            <p:nvPr/>
          </p:nvSpPr>
          <p:spPr>
            <a:xfrm rot="10800000">
              <a:off x="3691669" y="3136568"/>
              <a:ext cx="4726214" cy="183847"/>
            </a:xfrm>
            <a:prstGeom prst="trapezoid">
              <a:avLst>
                <a:gd name="adj" fmla="val 206265"/>
              </a:avLst>
            </a:prstGeom>
            <a:gradFill flip="none" rotWithShape="1">
              <a:gsLst>
                <a:gs pos="10000">
                  <a:srgbClr val="DDEBF8"/>
                </a:gs>
                <a:gs pos="100000">
                  <a:srgbClr val="F2F2F2"/>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9">
            <a:extLst>
              <a:ext uri="{FF2B5EF4-FFF2-40B4-BE49-F238E27FC236}">
                <a16:creationId xmlns:a16="http://schemas.microsoft.com/office/drawing/2014/main" id="{C6908AE3-D639-E690-4D9D-AEF56C8EC749}"/>
              </a:ext>
            </a:extLst>
          </p:cNvPr>
          <p:cNvSpPr/>
          <p:nvPr/>
        </p:nvSpPr>
        <p:spPr>
          <a:xfrm>
            <a:off x="524655" y="1586715"/>
            <a:ext cx="11437496" cy="842962"/>
          </a:xfrm>
          <a:prstGeom prst="rect">
            <a:avLst/>
          </a:prstGeom>
          <a:solidFill>
            <a:srgbClr val="A6CAEE"/>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51">
            <a:extLst>
              <a:ext uri="{FF2B5EF4-FFF2-40B4-BE49-F238E27FC236}">
                <a16:creationId xmlns:a16="http://schemas.microsoft.com/office/drawing/2014/main" id="{FE6F95AB-9A6C-16F0-6F65-53FFC39FAA5F}"/>
              </a:ext>
            </a:extLst>
          </p:cNvPr>
          <p:cNvGrpSpPr/>
          <p:nvPr/>
        </p:nvGrpSpPr>
        <p:grpSpPr>
          <a:xfrm>
            <a:off x="524655" y="672315"/>
            <a:ext cx="11437495" cy="976764"/>
            <a:chOff x="524655" y="514054"/>
            <a:chExt cx="11437495" cy="976764"/>
          </a:xfrm>
          <a:effectLst>
            <a:outerShdw blurRad="50800" dist="38100" dir="2700000" algn="tl" rotWithShape="0">
              <a:prstClr val="black">
                <a:alpha val="40000"/>
              </a:prstClr>
            </a:outerShdw>
          </a:effectLst>
        </p:grpSpPr>
        <p:sp>
          <p:nvSpPr>
            <p:cNvPr id="11" name="Rectangle 10">
              <a:extLst>
                <a:ext uri="{FF2B5EF4-FFF2-40B4-BE49-F238E27FC236}">
                  <a16:creationId xmlns:a16="http://schemas.microsoft.com/office/drawing/2014/main" id="{B82F93F3-5D54-3A8C-4946-FBF944F1D691}"/>
                </a:ext>
              </a:extLst>
            </p:cNvPr>
            <p:cNvSpPr/>
            <p:nvPr/>
          </p:nvSpPr>
          <p:spPr>
            <a:xfrm>
              <a:off x="524655" y="514054"/>
              <a:ext cx="11437495" cy="842962"/>
            </a:xfrm>
            <a:prstGeom prst="rect">
              <a:avLst/>
            </a:prstGeom>
            <a:solidFill>
              <a:srgbClr val="4E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riangle 62">
              <a:extLst>
                <a:ext uri="{FF2B5EF4-FFF2-40B4-BE49-F238E27FC236}">
                  <a16:creationId xmlns:a16="http://schemas.microsoft.com/office/drawing/2014/main" id="{507C2975-8C3C-0FB7-F556-B531AF03E7F7}"/>
                </a:ext>
              </a:extLst>
            </p:cNvPr>
            <p:cNvSpPr/>
            <p:nvPr/>
          </p:nvSpPr>
          <p:spPr>
            <a:xfrm rot="10800000">
              <a:off x="5341322" y="1241120"/>
              <a:ext cx="1509356" cy="249698"/>
            </a:xfrm>
            <a:prstGeom prst="triangl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9" name="Graphic 18">
            <a:extLst>
              <a:ext uri="{FF2B5EF4-FFF2-40B4-BE49-F238E27FC236}">
                <a16:creationId xmlns:a16="http://schemas.microsoft.com/office/drawing/2014/main" id="{ED5EA8E8-45AA-168B-CF66-97D5EFC448E3}"/>
              </a:ext>
            </a:extLst>
          </p:cNvPr>
          <p:cNvPicPr>
            <a:picLocks noChangeAspect="1"/>
          </p:cNvPicPr>
          <p:nvPr/>
        </p:nvPicPr>
        <p:blipFill>
          <a:blip r:embed="rId3"/>
          <a:srcRect/>
          <a:stretch/>
        </p:blipFill>
        <p:spPr>
          <a:xfrm>
            <a:off x="5021839" y="2903822"/>
            <a:ext cx="2153920" cy="421271"/>
          </a:xfrm>
          <a:prstGeom prst="rect">
            <a:avLst/>
          </a:prstGeom>
        </p:spPr>
      </p:pic>
      <p:sp>
        <p:nvSpPr>
          <p:cNvPr id="24" name="TextBox 23">
            <a:extLst>
              <a:ext uri="{FF2B5EF4-FFF2-40B4-BE49-F238E27FC236}">
                <a16:creationId xmlns:a16="http://schemas.microsoft.com/office/drawing/2014/main" id="{FFB67BAB-812E-D921-D672-8B51859CD7DB}"/>
              </a:ext>
            </a:extLst>
          </p:cNvPr>
          <p:cNvSpPr txBox="1"/>
          <p:nvPr/>
        </p:nvSpPr>
        <p:spPr>
          <a:xfrm>
            <a:off x="2681981" y="779897"/>
            <a:ext cx="2657475" cy="630942"/>
          </a:xfrm>
          <a:prstGeom prst="rect">
            <a:avLst/>
          </a:prstGeom>
          <a:noFill/>
        </p:spPr>
        <p:txBody>
          <a:bodyPr wrap="square">
            <a:spAutoFit/>
          </a:bodyPr>
          <a:lstStyle/>
          <a:p>
            <a:pPr>
              <a:buNone/>
            </a:pPr>
            <a:r>
              <a:rPr lang="en-US" sz="3500" b="1" dirty="0">
                <a:effectLst/>
                <a:latin typeface="Aptos" panose="020B0004020202020204" pitchFamily="34" charset="0"/>
              </a:rPr>
              <a:t>IPCEI-CIS</a:t>
            </a:r>
            <a:endParaRPr lang="en-US" sz="3500" dirty="0">
              <a:effectLst/>
              <a:latin typeface="Aptos" panose="020B0004020202020204" pitchFamily="34" charset="0"/>
            </a:endParaRPr>
          </a:p>
        </p:txBody>
      </p:sp>
      <p:sp>
        <p:nvSpPr>
          <p:cNvPr id="25" name="TextBox 24">
            <a:extLst>
              <a:ext uri="{FF2B5EF4-FFF2-40B4-BE49-F238E27FC236}">
                <a16:creationId xmlns:a16="http://schemas.microsoft.com/office/drawing/2014/main" id="{345669BA-F8F4-6ABF-8D1C-C0CF0B7D3060}"/>
              </a:ext>
            </a:extLst>
          </p:cNvPr>
          <p:cNvSpPr txBox="1"/>
          <p:nvPr/>
        </p:nvSpPr>
        <p:spPr>
          <a:xfrm>
            <a:off x="4949611" y="735611"/>
            <a:ext cx="3468273" cy="707886"/>
          </a:xfrm>
          <a:prstGeom prst="rect">
            <a:avLst/>
          </a:prstGeom>
          <a:noFill/>
        </p:spPr>
        <p:txBody>
          <a:bodyPr wrap="square">
            <a:spAutoFit/>
          </a:bodyPr>
          <a:lstStyle/>
          <a:p>
            <a:pPr>
              <a:buNone/>
            </a:pPr>
            <a:r>
              <a:rPr lang="en-US" sz="2000" dirty="0">
                <a:effectLst/>
                <a:latin typeface="Aptos" panose="020B0004020202020204" pitchFamily="34" charset="0"/>
              </a:rPr>
              <a:t>Important Projects of Common European Interest</a:t>
            </a:r>
          </a:p>
        </p:txBody>
      </p:sp>
      <p:pic>
        <p:nvPicPr>
          <p:cNvPr id="61" name="Picture 60" descr="A blue flag with yellow stars and a black eagle&#10;&#10;AI-generated content may be incorrect.">
            <a:extLst>
              <a:ext uri="{FF2B5EF4-FFF2-40B4-BE49-F238E27FC236}">
                <a16:creationId xmlns:a16="http://schemas.microsoft.com/office/drawing/2014/main" id="{F49B874B-3875-4AEA-82EC-192629541DCD}"/>
              </a:ext>
            </a:extLst>
          </p:cNvPr>
          <p:cNvPicPr>
            <a:picLocks noChangeAspect="1"/>
          </p:cNvPicPr>
          <p:nvPr/>
        </p:nvPicPr>
        <p:blipFill>
          <a:blip r:embed="rId4"/>
          <a:stretch>
            <a:fillRect/>
          </a:stretch>
        </p:blipFill>
        <p:spPr>
          <a:xfrm>
            <a:off x="8487698" y="811476"/>
            <a:ext cx="987378" cy="556156"/>
          </a:xfrm>
          <a:prstGeom prst="rect">
            <a:avLst/>
          </a:prstGeom>
        </p:spPr>
      </p:pic>
      <p:sp>
        <p:nvSpPr>
          <p:cNvPr id="62" name="TextBox 61">
            <a:extLst>
              <a:ext uri="{FF2B5EF4-FFF2-40B4-BE49-F238E27FC236}">
                <a16:creationId xmlns:a16="http://schemas.microsoft.com/office/drawing/2014/main" id="{340905C1-8834-86D8-0BCD-F0E868C9D906}"/>
              </a:ext>
            </a:extLst>
          </p:cNvPr>
          <p:cNvSpPr txBox="1"/>
          <p:nvPr/>
        </p:nvSpPr>
        <p:spPr>
          <a:xfrm>
            <a:off x="5146830" y="1660293"/>
            <a:ext cx="5444582" cy="707886"/>
          </a:xfrm>
          <a:prstGeom prst="rect">
            <a:avLst/>
          </a:prstGeom>
          <a:noFill/>
        </p:spPr>
        <p:txBody>
          <a:bodyPr wrap="square">
            <a:spAutoFit/>
          </a:bodyPr>
          <a:lstStyle/>
          <a:p>
            <a:r>
              <a:rPr lang="en-US" sz="2000" dirty="0"/>
              <a:t>Initiative for Europe’s Next Generation </a:t>
            </a:r>
          </a:p>
          <a:p>
            <a:r>
              <a:rPr lang="en-US" sz="2000" dirty="0"/>
              <a:t>Cloud Infrastructure and Services</a:t>
            </a:r>
          </a:p>
        </p:txBody>
      </p:sp>
      <p:sp>
        <p:nvSpPr>
          <p:cNvPr id="4" name="TextBox 3">
            <a:extLst>
              <a:ext uri="{FF2B5EF4-FFF2-40B4-BE49-F238E27FC236}">
                <a16:creationId xmlns:a16="http://schemas.microsoft.com/office/drawing/2014/main" id="{DE1D78F9-5E25-016C-07CC-70352BDE2067}"/>
              </a:ext>
            </a:extLst>
          </p:cNvPr>
          <p:cNvSpPr txBox="1"/>
          <p:nvPr/>
        </p:nvSpPr>
        <p:spPr>
          <a:xfrm rot="16200000">
            <a:off x="-1076606" y="3638641"/>
            <a:ext cx="2740898" cy="430887"/>
          </a:xfrm>
          <a:prstGeom prst="rect">
            <a:avLst/>
          </a:prstGeom>
          <a:noFill/>
        </p:spPr>
        <p:txBody>
          <a:bodyPr wrap="square">
            <a:spAutoFit/>
          </a:bodyPr>
          <a:lstStyle/>
          <a:p>
            <a:pPr algn="r">
              <a:buNone/>
            </a:pPr>
            <a:r>
              <a:rPr lang="en-US" sz="2200" b="1" dirty="0">
                <a:gradFill>
                  <a:gsLst>
                    <a:gs pos="0">
                      <a:srgbClr val="0D5DDF"/>
                    </a:gs>
                    <a:gs pos="100000">
                      <a:schemeClr val="tx1">
                        <a:lumMod val="95000"/>
                        <a:lumOff val="5000"/>
                      </a:schemeClr>
                    </a:gs>
                  </a:gsLst>
                  <a:lin ang="5400000" scaled="1"/>
                </a:gradFill>
                <a:effectLst/>
                <a:latin typeface="Aptos" panose="020B0004020202020204" pitchFamily="34" charset="0"/>
              </a:rPr>
              <a:t>OSS </a:t>
            </a:r>
            <a:r>
              <a:rPr lang="en-US" sz="2200" b="1" dirty="0">
                <a:gradFill>
                  <a:gsLst>
                    <a:gs pos="0">
                      <a:srgbClr val="0D5DDF"/>
                    </a:gs>
                    <a:gs pos="100000">
                      <a:schemeClr val="tx1">
                        <a:lumMod val="95000"/>
                        <a:lumOff val="5000"/>
                      </a:schemeClr>
                    </a:gs>
                  </a:gsLst>
                  <a:lin ang="3600000" scaled="0"/>
                </a:gradFill>
                <a:effectLst/>
                <a:latin typeface="Aptos" panose="020B0004020202020204" pitchFamily="34" charset="0"/>
              </a:rPr>
              <a:t>Foundation</a:t>
            </a:r>
            <a:endParaRPr lang="en-US" sz="2200" dirty="0">
              <a:gradFill>
                <a:gsLst>
                  <a:gs pos="0">
                    <a:srgbClr val="0D5DDF"/>
                  </a:gs>
                  <a:gs pos="100000">
                    <a:schemeClr val="tx1">
                      <a:lumMod val="95000"/>
                      <a:lumOff val="5000"/>
                    </a:schemeClr>
                  </a:gs>
                </a:gsLst>
                <a:lin ang="3600000" scaled="0"/>
              </a:gradFill>
              <a:effectLst/>
              <a:latin typeface="Aptos" panose="020B0004020202020204" pitchFamily="34" charset="0"/>
            </a:endParaRPr>
          </a:p>
        </p:txBody>
      </p:sp>
      <p:sp>
        <p:nvSpPr>
          <p:cNvPr id="27" name="TextBox 26">
            <a:extLst>
              <a:ext uri="{FF2B5EF4-FFF2-40B4-BE49-F238E27FC236}">
                <a16:creationId xmlns:a16="http://schemas.microsoft.com/office/drawing/2014/main" id="{C22AB0AC-74BB-7245-C2B6-2D47B85705D4}"/>
              </a:ext>
            </a:extLst>
          </p:cNvPr>
          <p:cNvSpPr txBox="1"/>
          <p:nvPr/>
        </p:nvSpPr>
        <p:spPr>
          <a:xfrm rot="16200000">
            <a:off x="-619063" y="1372906"/>
            <a:ext cx="1832069" cy="430887"/>
          </a:xfrm>
          <a:prstGeom prst="rect">
            <a:avLst/>
          </a:prstGeom>
          <a:noFill/>
        </p:spPr>
        <p:txBody>
          <a:bodyPr wrap="square">
            <a:spAutoFit/>
          </a:bodyPr>
          <a:lstStyle/>
          <a:p>
            <a:pPr algn="r">
              <a:buNone/>
            </a:pPr>
            <a:r>
              <a:rPr lang="en-US" sz="2200" b="1" dirty="0">
                <a:gradFill>
                  <a:gsLst>
                    <a:gs pos="0">
                      <a:srgbClr val="0D5DDF"/>
                    </a:gs>
                    <a:gs pos="73000">
                      <a:schemeClr val="tx1">
                        <a:lumMod val="95000"/>
                        <a:lumOff val="5000"/>
                      </a:schemeClr>
                    </a:gs>
                  </a:gsLst>
                  <a:lin ang="1800000" scaled="0"/>
                </a:gradFill>
                <a:effectLst/>
                <a:latin typeface="Aptos" panose="020B0004020202020204" pitchFamily="34" charset="0"/>
              </a:rPr>
              <a:t>Institutional</a:t>
            </a:r>
            <a:endParaRPr lang="en-US" sz="2200" dirty="0">
              <a:gradFill>
                <a:gsLst>
                  <a:gs pos="0">
                    <a:srgbClr val="0D5DDF"/>
                  </a:gs>
                  <a:gs pos="73000">
                    <a:schemeClr val="tx1">
                      <a:lumMod val="95000"/>
                      <a:lumOff val="5000"/>
                    </a:schemeClr>
                  </a:gs>
                </a:gsLst>
                <a:lin ang="1800000" scaled="0"/>
              </a:gradFill>
              <a:effectLst/>
              <a:latin typeface="Aptos" panose="020B0004020202020204" pitchFamily="34" charset="0"/>
            </a:endParaRPr>
          </a:p>
        </p:txBody>
      </p:sp>
      <p:grpSp>
        <p:nvGrpSpPr>
          <p:cNvPr id="54" name="Group 53">
            <a:extLst>
              <a:ext uri="{FF2B5EF4-FFF2-40B4-BE49-F238E27FC236}">
                <a16:creationId xmlns:a16="http://schemas.microsoft.com/office/drawing/2014/main" id="{9BB79D4A-F7F7-E842-9BE4-2EC7A1AAD00B}"/>
              </a:ext>
            </a:extLst>
          </p:cNvPr>
          <p:cNvGrpSpPr/>
          <p:nvPr/>
        </p:nvGrpSpPr>
        <p:grpSpPr>
          <a:xfrm>
            <a:off x="1290918" y="5186988"/>
            <a:ext cx="9592235" cy="1025758"/>
            <a:chOff x="1290918" y="5419700"/>
            <a:chExt cx="9592235" cy="1025758"/>
          </a:xfrm>
          <a:effectLst>
            <a:outerShdw blurRad="50800" dist="38100" dir="2700000" algn="tl" rotWithShape="0">
              <a:prstClr val="black">
                <a:alpha val="40000"/>
              </a:prstClr>
            </a:outerShdw>
          </a:effectLst>
        </p:grpSpPr>
        <p:sp>
          <p:nvSpPr>
            <p:cNvPr id="57" name="Triangle 56">
              <a:extLst>
                <a:ext uri="{FF2B5EF4-FFF2-40B4-BE49-F238E27FC236}">
                  <a16:creationId xmlns:a16="http://schemas.microsoft.com/office/drawing/2014/main" id="{651EF970-EB00-4593-3D48-B2F21CECD53D}"/>
                </a:ext>
              </a:extLst>
            </p:cNvPr>
            <p:cNvSpPr/>
            <p:nvPr/>
          </p:nvSpPr>
          <p:spPr>
            <a:xfrm>
              <a:off x="5339456" y="5419700"/>
              <a:ext cx="1509356" cy="249698"/>
            </a:xfrm>
            <a:prstGeom prst="triangl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CEE16E8-1134-4DCF-73CB-049770CEB3E0}"/>
                </a:ext>
              </a:extLst>
            </p:cNvPr>
            <p:cNvSpPr/>
            <p:nvPr/>
          </p:nvSpPr>
          <p:spPr>
            <a:xfrm>
              <a:off x="1290918" y="5602496"/>
              <a:ext cx="9592235" cy="842962"/>
            </a:xfrm>
            <a:prstGeom prst="rect">
              <a:avLst/>
            </a:prstGeom>
            <a:solidFill>
              <a:srgbClr val="A6CA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B53E158C-9371-A75C-C4C5-6F398A9DCB91}"/>
              </a:ext>
            </a:extLst>
          </p:cNvPr>
          <p:cNvPicPr>
            <a:picLocks noChangeAspect="1"/>
          </p:cNvPicPr>
          <p:nvPr/>
        </p:nvPicPr>
        <p:blipFill>
          <a:blip r:embed="rId5"/>
          <a:stretch>
            <a:fillRect/>
          </a:stretch>
        </p:blipFill>
        <p:spPr>
          <a:xfrm>
            <a:off x="3952779" y="4064554"/>
            <a:ext cx="4329828" cy="839977"/>
          </a:xfrm>
          <a:prstGeom prst="rect">
            <a:avLst/>
          </a:prstGeom>
        </p:spPr>
      </p:pic>
      <p:pic>
        <p:nvPicPr>
          <p:cNvPr id="3" name="Graphic 2">
            <a:extLst>
              <a:ext uri="{FF2B5EF4-FFF2-40B4-BE49-F238E27FC236}">
                <a16:creationId xmlns:a16="http://schemas.microsoft.com/office/drawing/2014/main" id="{6B51C8B2-E77B-ECEA-9983-558CE06A0A9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53495" y="5528231"/>
            <a:ext cx="550914" cy="550914"/>
          </a:xfrm>
          <a:prstGeom prst="rect">
            <a:avLst/>
          </a:prstGeom>
        </p:spPr>
      </p:pic>
      <p:pic>
        <p:nvPicPr>
          <p:cNvPr id="6" name="Graphic 5">
            <a:extLst>
              <a:ext uri="{FF2B5EF4-FFF2-40B4-BE49-F238E27FC236}">
                <a16:creationId xmlns:a16="http://schemas.microsoft.com/office/drawing/2014/main" id="{83ED0736-8AD3-2B66-BA12-CCB0544BA76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11171" y="5484185"/>
            <a:ext cx="712123" cy="619449"/>
          </a:xfrm>
          <a:prstGeom prst="rect">
            <a:avLst/>
          </a:prstGeom>
        </p:spPr>
      </p:pic>
      <p:pic>
        <p:nvPicPr>
          <p:cNvPr id="12" name="Graphic 11">
            <a:extLst>
              <a:ext uri="{FF2B5EF4-FFF2-40B4-BE49-F238E27FC236}">
                <a16:creationId xmlns:a16="http://schemas.microsoft.com/office/drawing/2014/main" id="{F9742A06-C156-CCFD-18E8-C9F7D7803A3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588350" y="5282387"/>
            <a:ext cx="990600" cy="990600"/>
          </a:xfrm>
          <a:prstGeom prst="rect">
            <a:avLst/>
          </a:prstGeom>
        </p:spPr>
      </p:pic>
      <p:pic>
        <p:nvPicPr>
          <p:cNvPr id="13" name="Graphic 12">
            <a:extLst>
              <a:ext uri="{FF2B5EF4-FFF2-40B4-BE49-F238E27FC236}">
                <a16:creationId xmlns:a16="http://schemas.microsoft.com/office/drawing/2014/main" id="{E5AD1F0F-0E5C-D323-F86E-7C53DEEB4DF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174960" y="5500514"/>
            <a:ext cx="590718" cy="556224"/>
          </a:xfrm>
          <a:prstGeom prst="rect">
            <a:avLst/>
          </a:prstGeom>
        </p:spPr>
      </p:pic>
      <p:pic>
        <p:nvPicPr>
          <p:cNvPr id="14" name="Graphic 13">
            <a:extLst>
              <a:ext uri="{FF2B5EF4-FFF2-40B4-BE49-F238E27FC236}">
                <a16:creationId xmlns:a16="http://schemas.microsoft.com/office/drawing/2014/main" id="{330B3BDC-67B5-2410-D600-7E92DAB2A3E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434742" y="5477188"/>
            <a:ext cx="595908" cy="595908"/>
          </a:xfrm>
          <a:prstGeom prst="rect">
            <a:avLst/>
          </a:prstGeom>
        </p:spPr>
      </p:pic>
      <p:pic>
        <p:nvPicPr>
          <p:cNvPr id="16" name="Graphic 15">
            <a:extLst>
              <a:ext uri="{FF2B5EF4-FFF2-40B4-BE49-F238E27FC236}">
                <a16:creationId xmlns:a16="http://schemas.microsoft.com/office/drawing/2014/main" id="{573E51A4-89CF-F4D3-0EC5-322C0511138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319680" y="5431553"/>
            <a:ext cx="678563" cy="678563"/>
          </a:xfrm>
          <a:prstGeom prst="rect">
            <a:avLst/>
          </a:prstGeom>
        </p:spPr>
      </p:pic>
      <p:pic>
        <p:nvPicPr>
          <p:cNvPr id="17" name="Graphic 16">
            <a:extLst>
              <a:ext uri="{FF2B5EF4-FFF2-40B4-BE49-F238E27FC236}">
                <a16:creationId xmlns:a16="http://schemas.microsoft.com/office/drawing/2014/main" id="{04F65039-411F-9408-BEA8-C763EE69C0D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180312" y="5516755"/>
            <a:ext cx="539983" cy="539983"/>
          </a:xfrm>
          <a:prstGeom prst="rect">
            <a:avLst/>
          </a:prstGeom>
        </p:spPr>
      </p:pic>
      <p:pic>
        <p:nvPicPr>
          <p:cNvPr id="18" name="Graphic 17">
            <a:extLst>
              <a:ext uri="{FF2B5EF4-FFF2-40B4-BE49-F238E27FC236}">
                <a16:creationId xmlns:a16="http://schemas.microsoft.com/office/drawing/2014/main" id="{2F5882EA-926C-D3F6-D6A3-63786E91CA2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077986" y="5512673"/>
            <a:ext cx="595908" cy="586879"/>
          </a:xfrm>
          <a:prstGeom prst="rect">
            <a:avLst/>
          </a:prstGeom>
        </p:spPr>
      </p:pic>
      <p:pic>
        <p:nvPicPr>
          <p:cNvPr id="20" name="Graphic 19">
            <a:extLst>
              <a:ext uri="{FF2B5EF4-FFF2-40B4-BE49-F238E27FC236}">
                <a16:creationId xmlns:a16="http://schemas.microsoft.com/office/drawing/2014/main" id="{EC4E1D3C-9284-65C3-C515-C605BFB4534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756364" y="5516022"/>
            <a:ext cx="595908" cy="583530"/>
          </a:xfrm>
          <a:prstGeom prst="rect">
            <a:avLst/>
          </a:prstGeom>
        </p:spPr>
      </p:pic>
      <p:pic>
        <p:nvPicPr>
          <p:cNvPr id="21" name="Graphic 20">
            <a:extLst>
              <a:ext uri="{FF2B5EF4-FFF2-40B4-BE49-F238E27FC236}">
                <a16:creationId xmlns:a16="http://schemas.microsoft.com/office/drawing/2014/main" id="{D301A683-E1E5-124D-EE95-5EBAC4AC0CA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572631" y="5532980"/>
            <a:ext cx="482009" cy="503229"/>
          </a:xfrm>
          <a:prstGeom prst="rect">
            <a:avLst/>
          </a:prstGeom>
        </p:spPr>
      </p:pic>
      <p:pic>
        <p:nvPicPr>
          <p:cNvPr id="22" name="Graphic 21">
            <a:extLst>
              <a:ext uri="{FF2B5EF4-FFF2-40B4-BE49-F238E27FC236}">
                <a16:creationId xmlns:a16="http://schemas.microsoft.com/office/drawing/2014/main" id="{8372C8ED-A896-0656-5EB2-049B5E64E888}"/>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3436946" y="5493181"/>
            <a:ext cx="595908" cy="595908"/>
          </a:xfrm>
          <a:prstGeom prst="rect">
            <a:avLst/>
          </a:prstGeom>
        </p:spPr>
      </p:pic>
      <p:pic>
        <p:nvPicPr>
          <p:cNvPr id="23" name="Graphic 22">
            <a:extLst>
              <a:ext uri="{FF2B5EF4-FFF2-40B4-BE49-F238E27FC236}">
                <a16:creationId xmlns:a16="http://schemas.microsoft.com/office/drawing/2014/main" id="{836E978F-24A8-EB2F-96EC-FB7E10A9D581}"/>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893904" y="5516023"/>
            <a:ext cx="524068" cy="525246"/>
          </a:xfrm>
          <a:prstGeom prst="rect">
            <a:avLst/>
          </a:prstGeom>
        </p:spPr>
      </p:pic>
      <p:pic>
        <p:nvPicPr>
          <p:cNvPr id="29" name="Graphic 28">
            <a:extLst>
              <a:ext uri="{FF2B5EF4-FFF2-40B4-BE49-F238E27FC236}">
                <a16:creationId xmlns:a16="http://schemas.microsoft.com/office/drawing/2014/main" id="{DE5ACD65-B8AB-D538-9565-2C8D097D79C0}"/>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2166167" y="5482939"/>
            <a:ext cx="507148" cy="728888"/>
          </a:xfrm>
          <a:prstGeom prst="rect">
            <a:avLst/>
          </a:prstGeom>
        </p:spPr>
      </p:pic>
      <p:sp>
        <p:nvSpPr>
          <p:cNvPr id="32" name="Rectangle 31">
            <a:extLst>
              <a:ext uri="{FF2B5EF4-FFF2-40B4-BE49-F238E27FC236}">
                <a16:creationId xmlns:a16="http://schemas.microsoft.com/office/drawing/2014/main" id="{2EA1FDBB-F61D-046F-7373-E43CC2E4EA81}"/>
              </a:ext>
            </a:extLst>
          </p:cNvPr>
          <p:cNvSpPr/>
          <p:nvPr/>
        </p:nvSpPr>
        <p:spPr>
          <a:xfrm>
            <a:off x="2070282" y="6087007"/>
            <a:ext cx="640472" cy="11906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42">
            <a:extLst>
              <a:ext uri="{FF2B5EF4-FFF2-40B4-BE49-F238E27FC236}">
                <a16:creationId xmlns:a16="http://schemas.microsoft.com/office/drawing/2014/main" id="{A7CF912C-6221-78E7-939E-9F1B38259744}"/>
              </a:ext>
            </a:extLst>
          </p:cNvPr>
          <p:cNvPicPr>
            <a:picLocks noChangeAspect="1"/>
          </p:cNvPicPr>
          <p:nvPr/>
        </p:nvPicPr>
        <p:blipFill>
          <a:blip r:embed="rId19"/>
          <a:stretch>
            <a:fillRect/>
          </a:stretch>
        </p:blipFill>
        <p:spPr>
          <a:xfrm>
            <a:off x="1441979" y="5512673"/>
            <a:ext cx="579878" cy="579878"/>
          </a:xfrm>
          <a:prstGeom prst="rect">
            <a:avLst/>
          </a:prstGeom>
        </p:spPr>
      </p:pic>
      <p:pic>
        <p:nvPicPr>
          <p:cNvPr id="50" name="Picture 49" descr="A logo with blue and purple letters&#10;&#10;AI-generated content may be incorrect.">
            <a:extLst>
              <a:ext uri="{FF2B5EF4-FFF2-40B4-BE49-F238E27FC236}">
                <a16:creationId xmlns:a16="http://schemas.microsoft.com/office/drawing/2014/main" id="{7929779D-54A6-861C-558B-B62C069B4560}"/>
              </a:ext>
            </a:extLst>
          </p:cNvPr>
          <p:cNvPicPr>
            <a:picLocks noChangeAspect="1"/>
          </p:cNvPicPr>
          <p:nvPr/>
        </p:nvPicPr>
        <p:blipFill>
          <a:blip r:embed="rId20">
            <a:clrChange>
              <a:clrFrom>
                <a:srgbClr val="FFFFFF"/>
              </a:clrFrom>
              <a:clrTo>
                <a:srgbClr val="FFFFFF">
                  <a:alpha val="0"/>
                </a:srgbClr>
              </a:clrTo>
            </a:clrChange>
          </a:blip>
          <a:stretch>
            <a:fillRect/>
          </a:stretch>
        </p:blipFill>
        <p:spPr>
          <a:xfrm>
            <a:off x="2774098" y="1498236"/>
            <a:ext cx="2357362" cy="970004"/>
          </a:xfrm>
          <a:prstGeom prst="rect">
            <a:avLst/>
          </a:prstGeom>
        </p:spPr>
      </p:pic>
    </p:spTree>
    <p:extLst>
      <p:ext uri="{BB962C8B-B14F-4D97-AF65-F5344CB8AC3E}">
        <p14:creationId xmlns:p14="http://schemas.microsoft.com/office/powerpoint/2010/main" val="208292859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521F7-FD5B-CC0C-29AB-30C0E3E059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6362A0-3F10-E219-8B7D-8C7C58B0624C}"/>
              </a:ext>
            </a:extLst>
          </p:cNvPr>
          <p:cNvSpPr txBox="1"/>
          <p:nvPr/>
        </p:nvSpPr>
        <p:spPr>
          <a:xfrm>
            <a:off x="3043084" y="3152001"/>
            <a:ext cx="6105832" cy="707886"/>
          </a:xfrm>
          <a:prstGeom prst="rect">
            <a:avLst/>
          </a:prstGeom>
          <a:noFill/>
        </p:spPr>
        <p:txBody>
          <a:bodyPr wrap="square">
            <a:spAutoFit/>
          </a:bodyPr>
          <a:lstStyle/>
          <a:p>
            <a:pPr algn="ctr">
              <a:buNone/>
            </a:pPr>
            <a:r>
              <a:rPr lang="en-US" sz="4000" b="1" dirty="0">
                <a:effectLst/>
                <a:latin typeface="Aptos" panose="020B0004020202020204" pitchFamily="34" charset="0"/>
              </a:rPr>
              <a:t>100% Open Source</a:t>
            </a:r>
            <a:endParaRPr lang="en-US" sz="4000" dirty="0">
              <a:effectLst/>
              <a:latin typeface="Aptos" panose="020B0004020202020204" pitchFamily="34" charset="0"/>
            </a:endParaRPr>
          </a:p>
        </p:txBody>
      </p:sp>
      <p:pic>
        <p:nvPicPr>
          <p:cNvPr id="6" name="Picture 5" descr="A blue flag with yellow stars and a black eagle&#10;&#10;AI-generated content may be incorrect.">
            <a:extLst>
              <a:ext uri="{FF2B5EF4-FFF2-40B4-BE49-F238E27FC236}">
                <a16:creationId xmlns:a16="http://schemas.microsoft.com/office/drawing/2014/main" id="{7A0AAB57-5075-DF96-164A-7939A85A6F39}"/>
              </a:ext>
            </a:extLst>
          </p:cNvPr>
          <p:cNvPicPr>
            <a:picLocks noChangeAspect="1"/>
          </p:cNvPicPr>
          <p:nvPr/>
        </p:nvPicPr>
        <p:blipFill>
          <a:blip r:embed="rId2"/>
          <a:stretch>
            <a:fillRect/>
          </a:stretch>
        </p:blipFill>
        <p:spPr>
          <a:xfrm>
            <a:off x="10652546" y="5737572"/>
            <a:ext cx="1256754" cy="707886"/>
          </a:xfrm>
          <a:prstGeom prst="rect">
            <a:avLst/>
          </a:prstGeom>
        </p:spPr>
      </p:pic>
    </p:spTree>
    <p:extLst>
      <p:ext uri="{BB962C8B-B14F-4D97-AF65-F5344CB8AC3E}">
        <p14:creationId xmlns:p14="http://schemas.microsoft.com/office/powerpoint/2010/main" val="339336606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D6A19-B8D4-FB3B-082A-7F4B43D4388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5081F38-7CC1-1BBC-9CAF-D41509DA9FBA}"/>
              </a:ext>
            </a:extLst>
          </p:cNvPr>
          <p:cNvSpPr txBox="1"/>
          <p:nvPr/>
        </p:nvSpPr>
        <p:spPr>
          <a:xfrm>
            <a:off x="1398899" y="2767280"/>
            <a:ext cx="9394201" cy="1323439"/>
          </a:xfrm>
          <a:prstGeom prst="rect">
            <a:avLst/>
          </a:prstGeom>
          <a:noFill/>
        </p:spPr>
        <p:txBody>
          <a:bodyPr wrap="square">
            <a:spAutoFit/>
          </a:bodyPr>
          <a:lstStyle/>
          <a:p>
            <a:pPr algn="ctr">
              <a:buNone/>
            </a:pPr>
            <a:r>
              <a:rPr lang="en-US" sz="4000" b="1" dirty="0">
                <a:effectLst/>
                <a:latin typeface="Aptos" panose="020B0004020202020204" pitchFamily="34" charset="0"/>
              </a:rPr>
              <a:t>Reference architecture </a:t>
            </a:r>
          </a:p>
          <a:p>
            <a:pPr algn="ctr">
              <a:buNone/>
            </a:pPr>
            <a:r>
              <a:rPr lang="en-US" sz="4000" b="1" dirty="0">
                <a:effectLst/>
                <a:latin typeface="Aptos" panose="020B0004020202020204" pitchFamily="34" charset="0"/>
              </a:rPr>
              <a:t>for an interoperable cloud</a:t>
            </a:r>
            <a:endParaRPr lang="en-US" sz="4000" dirty="0">
              <a:effectLst/>
              <a:latin typeface="Aptos" panose="020B0004020202020204" pitchFamily="34" charset="0"/>
            </a:endParaRPr>
          </a:p>
        </p:txBody>
      </p:sp>
      <p:pic>
        <p:nvPicPr>
          <p:cNvPr id="7" name="Picture 6" descr="A blue flag with yellow stars and a black eagle&#10;&#10;AI-generated content may be incorrect.">
            <a:extLst>
              <a:ext uri="{FF2B5EF4-FFF2-40B4-BE49-F238E27FC236}">
                <a16:creationId xmlns:a16="http://schemas.microsoft.com/office/drawing/2014/main" id="{6A2D3709-8407-A392-46E1-751F427AA5B4}"/>
              </a:ext>
            </a:extLst>
          </p:cNvPr>
          <p:cNvPicPr>
            <a:picLocks noChangeAspect="1"/>
          </p:cNvPicPr>
          <p:nvPr/>
        </p:nvPicPr>
        <p:blipFill>
          <a:blip r:embed="rId2"/>
          <a:stretch>
            <a:fillRect/>
          </a:stretch>
        </p:blipFill>
        <p:spPr>
          <a:xfrm>
            <a:off x="10652546" y="5737572"/>
            <a:ext cx="1256754" cy="707886"/>
          </a:xfrm>
          <a:prstGeom prst="rect">
            <a:avLst/>
          </a:prstGeom>
        </p:spPr>
      </p:pic>
    </p:spTree>
    <p:extLst>
      <p:ext uri="{BB962C8B-B14F-4D97-AF65-F5344CB8AC3E}">
        <p14:creationId xmlns:p14="http://schemas.microsoft.com/office/powerpoint/2010/main" val="80062438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AF249-C84C-0698-71C4-B8C79AE2ABDC}"/>
            </a:ext>
          </a:extLst>
        </p:cNvPr>
        <p:cNvGrpSpPr/>
        <p:nvPr/>
      </p:nvGrpSpPr>
      <p:grpSpPr>
        <a:xfrm>
          <a:off x="0" y="0"/>
          <a:ext cx="0" cy="0"/>
          <a:chOff x="0" y="0"/>
          <a:chExt cx="0" cy="0"/>
        </a:xfrm>
      </p:grpSpPr>
      <p:sp>
        <p:nvSpPr>
          <p:cNvPr id="7" name="Rounded Rectangle 6">
            <a:extLst>
              <a:ext uri="{FF2B5EF4-FFF2-40B4-BE49-F238E27FC236}">
                <a16:creationId xmlns:a16="http://schemas.microsoft.com/office/drawing/2014/main" id="{E5234BB4-AE9B-FC86-EAA7-90FF5BD6550C}"/>
              </a:ext>
            </a:extLst>
          </p:cNvPr>
          <p:cNvSpPr/>
          <p:nvPr/>
        </p:nvSpPr>
        <p:spPr>
          <a:xfrm>
            <a:off x="6390290" y="1492339"/>
            <a:ext cx="4729967" cy="4645650"/>
          </a:xfrm>
          <a:prstGeom prst="roundRect">
            <a:avLst>
              <a:gd name="adj" fmla="val 1577"/>
            </a:avLst>
          </a:prstGeom>
          <a:solidFill>
            <a:srgbClr val="A6CAEE"/>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1C32D80-F2A8-14FA-CB8E-67B459AA05C4}"/>
              </a:ext>
            </a:extLst>
          </p:cNvPr>
          <p:cNvGrpSpPr/>
          <p:nvPr/>
        </p:nvGrpSpPr>
        <p:grpSpPr>
          <a:xfrm>
            <a:off x="1030014" y="1492339"/>
            <a:ext cx="5429279" cy="4645650"/>
            <a:chOff x="1030014" y="1403131"/>
            <a:chExt cx="5429279" cy="4645650"/>
          </a:xfrm>
          <a:effectLst>
            <a:outerShdw blurRad="50800" dist="38100" dir="2700000" algn="tl" rotWithShape="0">
              <a:prstClr val="black">
                <a:alpha val="40000"/>
              </a:prstClr>
            </a:outerShdw>
          </a:effectLst>
        </p:grpSpPr>
        <p:sp>
          <p:nvSpPr>
            <p:cNvPr id="6" name="Rounded Rectangle 5">
              <a:extLst>
                <a:ext uri="{FF2B5EF4-FFF2-40B4-BE49-F238E27FC236}">
                  <a16:creationId xmlns:a16="http://schemas.microsoft.com/office/drawing/2014/main" id="{1AFD86A7-015E-A339-793B-C2E6103A14A2}"/>
                </a:ext>
              </a:extLst>
            </p:cNvPr>
            <p:cNvSpPr/>
            <p:nvPr/>
          </p:nvSpPr>
          <p:spPr>
            <a:xfrm>
              <a:off x="1030014" y="1403131"/>
              <a:ext cx="4729967" cy="4645650"/>
            </a:xfrm>
            <a:prstGeom prst="roundRect">
              <a:avLst>
                <a:gd name="adj" fmla="val 1577"/>
              </a:avLst>
            </a:prstGeom>
            <a:solidFill>
              <a:srgbClr val="DDE9F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riangle 12">
              <a:extLst>
                <a:ext uri="{FF2B5EF4-FFF2-40B4-BE49-F238E27FC236}">
                  <a16:creationId xmlns:a16="http://schemas.microsoft.com/office/drawing/2014/main" id="{46341E45-BBB1-D6A7-0F04-2CCBF9F7A9F4}"/>
                </a:ext>
              </a:extLst>
            </p:cNvPr>
            <p:cNvSpPr/>
            <p:nvPr/>
          </p:nvSpPr>
          <p:spPr>
            <a:xfrm rot="5400000">
              <a:off x="4404818" y="3331014"/>
              <a:ext cx="3386576" cy="722374"/>
            </a:xfrm>
            <a:prstGeom prst="triangl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TextBox 17">
            <a:extLst>
              <a:ext uri="{FF2B5EF4-FFF2-40B4-BE49-F238E27FC236}">
                <a16:creationId xmlns:a16="http://schemas.microsoft.com/office/drawing/2014/main" id="{D4A5C85B-F8A0-8C71-39B8-0342A25242D3}"/>
              </a:ext>
            </a:extLst>
          </p:cNvPr>
          <p:cNvSpPr txBox="1"/>
          <p:nvPr/>
        </p:nvSpPr>
        <p:spPr>
          <a:xfrm>
            <a:off x="6390289" y="1623820"/>
            <a:ext cx="4729968" cy="477054"/>
          </a:xfrm>
          <a:prstGeom prst="rect">
            <a:avLst/>
          </a:prstGeom>
          <a:noFill/>
        </p:spPr>
        <p:txBody>
          <a:bodyPr wrap="square">
            <a:spAutoFit/>
          </a:bodyPr>
          <a:lstStyle/>
          <a:p>
            <a:pPr algn="ctr">
              <a:buNone/>
            </a:pPr>
            <a:r>
              <a:rPr lang="en-US" sz="2500" dirty="0">
                <a:effectLst/>
                <a:latin typeface="Aptos" panose="020B0004020202020204" pitchFamily="34" charset="0"/>
              </a:rPr>
              <a:t>8RA Next Generation</a:t>
            </a:r>
          </a:p>
        </p:txBody>
      </p:sp>
      <p:sp>
        <p:nvSpPr>
          <p:cNvPr id="3" name="Rectangle 2">
            <a:extLst>
              <a:ext uri="{FF2B5EF4-FFF2-40B4-BE49-F238E27FC236}">
                <a16:creationId xmlns:a16="http://schemas.microsoft.com/office/drawing/2014/main" id="{4BB559EE-58DA-3A17-B06F-3E191C868E99}"/>
              </a:ext>
            </a:extLst>
          </p:cNvPr>
          <p:cNvSpPr/>
          <p:nvPr/>
        </p:nvSpPr>
        <p:spPr>
          <a:xfrm>
            <a:off x="9221492" y="412542"/>
            <a:ext cx="2774196" cy="44539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292A6C8-130F-3A0A-284C-FAF5DB8F4D5F}"/>
              </a:ext>
            </a:extLst>
          </p:cNvPr>
          <p:cNvSpPr txBox="1"/>
          <p:nvPr/>
        </p:nvSpPr>
        <p:spPr>
          <a:xfrm>
            <a:off x="1030014" y="1618434"/>
            <a:ext cx="4729966" cy="477054"/>
          </a:xfrm>
          <a:prstGeom prst="rect">
            <a:avLst/>
          </a:prstGeom>
          <a:noFill/>
        </p:spPr>
        <p:txBody>
          <a:bodyPr wrap="square">
            <a:spAutoFit/>
          </a:bodyPr>
          <a:lstStyle/>
          <a:p>
            <a:pPr algn="ctr">
              <a:buNone/>
            </a:pPr>
            <a:r>
              <a:rPr lang="en-US" sz="2500" dirty="0">
                <a:effectLst/>
                <a:latin typeface="Aptos" panose="020B0004020202020204" pitchFamily="34" charset="0"/>
              </a:rPr>
              <a:t>Cloud Ecosystem Today</a:t>
            </a:r>
          </a:p>
        </p:txBody>
      </p:sp>
      <p:sp>
        <p:nvSpPr>
          <p:cNvPr id="4" name="TextBox 3">
            <a:extLst>
              <a:ext uri="{FF2B5EF4-FFF2-40B4-BE49-F238E27FC236}">
                <a16:creationId xmlns:a16="http://schemas.microsoft.com/office/drawing/2014/main" id="{4861D585-C38A-0B0C-51D6-D2FA9DB33871}"/>
              </a:ext>
            </a:extLst>
          </p:cNvPr>
          <p:cNvSpPr txBox="1"/>
          <p:nvPr/>
        </p:nvSpPr>
        <p:spPr>
          <a:xfrm>
            <a:off x="6390289" y="5276215"/>
            <a:ext cx="4729967" cy="861774"/>
          </a:xfrm>
          <a:prstGeom prst="rect">
            <a:avLst/>
          </a:prstGeom>
          <a:noFill/>
        </p:spPr>
        <p:txBody>
          <a:bodyPr wrap="square">
            <a:spAutoFit/>
          </a:bodyPr>
          <a:lstStyle/>
          <a:p>
            <a:pPr algn="ctr">
              <a:buNone/>
            </a:pPr>
            <a:r>
              <a:rPr lang="en-US" sz="2500" b="1" dirty="0">
                <a:effectLst/>
                <a:latin typeface="Aptos" panose="020B0004020202020204" pitchFamily="34" charset="0"/>
              </a:rPr>
              <a:t>Multi-Provider</a:t>
            </a:r>
          </a:p>
          <a:p>
            <a:pPr algn="ctr">
              <a:buNone/>
            </a:pPr>
            <a:r>
              <a:rPr lang="en-US" sz="2500" b="1" dirty="0">
                <a:effectLst/>
                <a:latin typeface="Aptos" panose="020B0004020202020204" pitchFamily="34" charset="0"/>
              </a:rPr>
              <a:t>Cloud-Edge Continuum</a:t>
            </a:r>
            <a:endParaRPr lang="en-US" sz="2500" dirty="0">
              <a:effectLst/>
              <a:latin typeface="Aptos" panose="020B0004020202020204" pitchFamily="34" charset="0"/>
            </a:endParaRPr>
          </a:p>
        </p:txBody>
      </p:sp>
      <p:sp>
        <p:nvSpPr>
          <p:cNvPr id="5" name="TextBox 4">
            <a:extLst>
              <a:ext uri="{FF2B5EF4-FFF2-40B4-BE49-F238E27FC236}">
                <a16:creationId xmlns:a16="http://schemas.microsoft.com/office/drawing/2014/main" id="{672424C3-A998-1B7C-E2E2-B13AC6720F9C}"/>
              </a:ext>
            </a:extLst>
          </p:cNvPr>
          <p:cNvSpPr txBox="1"/>
          <p:nvPr/>
        </p:nvSpPr>
        <p:spPr>
          <a:xfrm>
            <a:off x="1030013" y="5544077"/>
            <a:ext cx="4729967" cy="477054"/>
          </a:xfrm>
          <a:prstGeom prst="rect">
            <a:avLst/>
          </a:prstGeom>
          <a:noFill/>
        </p:spPr>
        <p:txBody>
          <a:bodyPr wrap="square">
            <a:spAutoFit/>
          </a:bodyPr>
          <a:lstStyle/>
          <a:p>
            <a:pPr algn="ctr">
              <a:buNone/>
            </a:pPr>
            <a:r>
              <a:rPr lang="en-US" sz="2500" b="1" dirty="0">
                <a:effectLst/>
                <a:latin typeface="Aptos" panose="020B0004020202020204" pitchFamily="34" charset="0"/>
              </a:rPr>
              <a:t>Providers</a:t>
            </a:r>
            <a:endParaRPr lang="en-US" sz="2500" dirty="0">
              <a:effectLst/>
              <a:latin typeface="Aptos" panose="020B0004020202020204" pitchFamily="34" charset="0"/>
            </a:endParaRPr>
          </a:p>
        </p:txBody>
      </p:sp>
      <p:pic>
        <p:nvPicPr>
          <p:cNvPr id="15" name="Graphic 7">
            <a:extLst>
              <a:ext uri="{FF2B5EF4-FFF2-40B4-BE49-F238E27FC236}">
                <a16:creationId xmlns:a16="http://schemas.microsoft.com/office/drawing/2014/main" id="{596F71E1-95C1-B14D-1D82-30A7F4D55B7C}"/>
              </a:ext>
            </a:extLst>
          </p:cNvPr>
          <p:cNvPicPr>
            <a:picLocks noChangeAspect="1"/>
          </p:cNvPicPr>
          <p:nvPr/>
        </p:nvPicPr>
        <p:blipFill>
          <a:blip r:embed="rId2"/>
          <a:srcRect/>
          <a:stretch/>
        </p:blipFill>
        <p:spPr>
          <a:xfrm>
            <a:off x="7340949" y="2288748"/>
            <a:ext cx="3028091" cy="2985322"/>
          </a:xfrm>
          <a:prstGeom prst="rect">
            <a:avLst/>
          </a:prstGeom>
        </p:spPr>
      </p:pic>
      <p:sp>
        <p:nvSpPr>
          <p:cNvPr id="16" name="Rectangle 15">
            <a:extLst>
              <a:ext uri="{FF2B5EF4-FFF2-40B4-BE49-F238E27FC236}">
                <a16:creationId xmlns:a16="http://schemas.microsoft.com/office/drawing/2014/main" id="{E897874D-2B41-669E-2D0A-3148C97BBF66}"/>
              </a:ext>
            </a:extLst>
          </p:cNvPr>
          <p:cNvSpPr/>
          <p:nvPr/>
        </p:nvSpPr>
        <p:spPr>
          <a:xfrm>
            <a:off x="8950322" y="2288748"/>
            <a:ext cx="1608052" cy="2985322"/>
          </a:xfrm>
          <a:prstGeom prst="rect">
            <a:avLst/>
          </a:prstGeom>
          <a:gradFill>
            <a:gsLst>
              <a:gs pos="0">
                <a:srgbClr val="A6CAED">
                  <a:alpha val="0"/>
                </a:srgbClr>
              </a:gs>
              <a:gs pos="90000">
                <a:srgbClr val="A6CAED"/>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D7F189CF-3844-25C7-2607-7AF1B2107325}"/>
              </a:ext>
            </a:extLst>
          </p:cNvPr>
          <p:cNvPicPr>
            <a:picLocks noChangeAspect="1"/>
          </p:cNvPicPr>
          <p:nvPr/>
        </p:nvPicPr>
        <p:blipFill>
          <a:blip r:embed="rId3"/>
          <a:stretch>
            <a:fillRect/>
          </a:stretch>
        </p:blipFill>
        <p:spPr>
          <a:xfrm>
            <a:off x="1633626" y="4794602"/>
            <a:ext cx="856170" cy="578819"/>
          </a:xfrm>
          <a:prstGeom prst="rect">
            <a:avLst/>
          </a:prstGeom>
        </p:spPr>
      </p:pic>
      <p:pic>
        <p:nvPicPr>
          <p:cNvPr id="21" name="Picture 20">
            <a:extLst>
              <a:ext uri="{FF2B5EF4-FFF2-40B4-BE49-F238E27FC236}">
                <a16:creationId xmlns:a16="http://schemas.microsoft.com/office/drawing/2014/main" id="{C5EE3A06-B256-CCEC-6B4F-183E2E7F685A}"/>
              </a:ext>
            </a:extLst>
          </p:cNvPr>
          <p:cNvPicPr>
            <a:picLocks noChangeAspect="1"/>
          </p:cNvPicPr>
          <p:nvPr/>
        </p:nvPicPr>
        <p:blipFill>
          <a:blip r:embed="rId3"/>
          <a:stretch>
            <a:fillRect/>
          </a:stretch>
        </p:blipFill>
        <p:spPr>
          <a:xfrm>
            <a:off x="2965789" y="4794602"/>
            <a:ext cx="856170" cy="578819"/>
          </a:xfrm>
          <a:prstGeom prst="rect">
            <a:avLst/>
          </a:prstGeom>
        </p:spPr>
      </p:pic>
      <p:pic>
        <p:nvPicPr>
          <p:cNvPr id="22" name="Picture 21">
            <a:extLst>
              <a:ext uri="{FF2B5EF4-FFF2-40B4-BE49-F238E27FC236}">
                <a16:creationId xmlns:a16="http://schemas.microsoft.com/office/drawing/2014/main" id="{28F22807-3302-0BC3-4703-19C852846D2C}"/>
              </a:ext>
            </a:extLst>
          </p:cNvPr>
          <p:cNvPicPr>
            <a:picLocks noChangeAspect="1"/>
          </p:cNvPicPr>
          <p:nvPr/>
        </p:nvPicPr>
        <p:blipFill>
          <a:blip r:embed="rId3"/>
          <a:stretch>
            <a:fillRect/>
          </a:stretch>
        </p:blipFill>
        <p:spPr>
          <a:xfrm>
            <a:off x="4297952" y="4794602"/>
            <a:ext cx="856170" cy="578819"/>
          </a:xfrm>
          <a:prstGeom prst="rect">
            <a:avLst/>
          </a:prstGeom>
        </p:spPr>
      </p:pic>
      <p:pic>
        <p:nvPicPr>
          <p:cNvPr id="24" name="Picture 23">
            <a:extLst>
              <a:ext uri="{FF2B5EF4-FFF2-40B4-BE49-F238E27FC236}">
                <a16:creationId xmlns:a16="http://schemas.microsoft.com/office/drawing/2014/main" id="{3AC66402-2391-5E9E-FBF0-EF4FAFFCA383}"/>
              </a:ext>
            </a:extLst>
          </p:cNvPr>
          <p:cNvPicPr>
            <a:picLocks noChangeAspect="1"/>
          </p:cNvPicPr>
          <p:nvPr/>
        </p:nvPicPr>
        <p:blipFill>
          <a:blip r:embed="rId4"/>
          <a:stretch>
            <a:fillRect/>
          </a:stretch>
        </p:blipFill>
        <p:spPr>
          <a:xfrm>
            <a:off x="4380909" y="2288748"/>
            <a:ext cx="702821" cy="2733194"/>
          </a:xfrm>
          <a:prstGeom prst="rect">
            <a:avLst/>
          </a:prstGeom>
        </p:spPr>
      </p:pic>
      <p:pic>
        <p:nvPicPr>
          <p:cNvPr id="26" name="Picture 25">
            <a:extLst>
              <a:ext uri="{FF2B5EF4-FFF2-40B4-BE49-F238E27FC236}">
                <a16:creationId xmlns:a16="http://schemas.microsoft.com/office/drawing/2014/main" id="{0ADD8E8D-270D-2A3D-4AAC-96BF72FB569D}"/>
              </a:ext>
            </a:extLst>
          </p:cNvPr>
          <p:cNvPicPr>
            <a:picLocks noChangeAspect="1"/>
          </p:cNvPicPr>
          <p:nvPr/>
        </p:nvPicPr>
        <p:blipFill>
          <a:blip r:embed="rId5"/>
          <a:stretch>
            <a:fillRect/>
          </a:stretch>
        </p:blipFill>
        <p:spPr>
          <a:xfrm>
            <a:off x="3048298" y="2288748"/>
            <a:ext cx="702821" cy="2733193"/>
          </a:xfrm>
          <a:prstGeom prst="rect">
            <a:avLst/>
          </a:prstGeom>
        </p:spPr>
      </p:pic>
      <p:pic>
        <p:nvPicPr>
          <p:cNvPr id="28" name="Picture 27">
            <a:extLst>
              <a:ext uri="{FF2B5EF4-FFF2-40B4-BE49-F238E27FC236}">
                <a16:creationId xmlns:a16="http://schemas.microsoft.com/office/drawing/2014/main" id="{32D6D3FC-9F91-7E50-FD78-98FBF9245C39}"/>
              </a:ext>
            </a:extLst>
          </p:cNvPr>
          <p:cNvPicPr>
            <a:picLocks noChangeAspect="1"/>
          </p:cNvPicPr>
          <p:nvPr/>
        </p:nvPicPr>
        <p:blipFill>
          <a:blip r:embed="rId6"/>
          <a:stretch>
            <a:fillRect/>
          </a:stretch>
        </p:blipFill>
        <p:spPr>
          <a:xfrm>
            <a:off x="1726305" y="2288748"/>
            <a:ext cx="695012" cy="2733194"/>
          </a:xfrm>
          <a:prstGeom prst="rect">
            <a:avLst/>
          </a:prstGeom>
        </p:spPr>
      </p:pic>
      <p:sp>
        <p:nvSpPr>
          <p:cNvPr id="29" name="TextBox 28">
            <a:extLst>
              <a:ext uri="{FF2B5EF4-FFF2-40B4-BE49-F238E27FC236}">
                <a16:creationId xmlns:a16="http://schemas.microsoft.com/office/drawing/2014/main" id="{A160BD0F-7C83-53FF-6875-1BA1C3E81D3E}"/>
              </a:ext>
            </a:extLst>
          </p:cNvPr>
          <p:cNvSpPr txBox="1"/>
          <p:nvPr/>
        </p:nvSpPr>
        <p:spPr>
          <a:xfrm>
            <a:off x="1398899" y="245416"/>
            <a:ext cx="9394201" cy="1015663"/>
          </a:xfrm>
          <a:prstGeom prst="rect">
            <a:avLst/>
          </a:prstGeom>
          <a:noFill/>
        </p:spPr>
        <p:txBody>
          <a:bodyPr wrap="square">
            <a:spAutoFit/>
          </a:bodyPr>
          <a:lstStyle/>
          <a:p>
            <a:pPr algn="ctr">
              <a:buNone/>
            </a:pPr>
            <a:r>
              <a:rPr lang="en-US" sz="3000" b="1" dirty="0">
                <a:effectLst/>
                <a:latin typeface="Aptos" panose="020B0004020202020204" pitchFamily="34" charset="0"/>
              </a:rPr>
              <a:t>Reference architecture </a:t>
            </a:r>
          </a:p>
          <a:p>
            <a:pPr algn="ctr">
              <a:buNone/>
            </a:pPr>
            <a:r>
              <a:rPr lang="en-US" sz="3000" b="1" dirty="0">
                <a:effectLst/>
                <a:latin typeface="Aptos" panose="020B0004020202020204" pitchFamily="34" charset="0"/>
              </a:rPr>
              <a:t>for an interoperable cloud</a:t>
            </a:r>
            <a:endParaRPr lang="en-US" sz="3000" dirty="0">
              <a:effectLst/>
              <a:latin typeface="Aptos" panose="020B0004020202020204" pitchFamily="34" charset="0"/>
            </a:endParaRPr>
          </a:p>
        </p:txBody>
      </p:sp>
    </p:spTree>
    <p:extLst>
      <p:ext uri="{BB962C8B-B14F-4D97-AF65-F5344CB8AC3E}">
        <p14:creationId xmlns:p14="http://schemas.microsoft.com/office/powerpoint/2010/main" val="271353594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6A11F-5FFC-4256-3751-F97712425F75}"/>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26F9E1B5-2502-C8B1-E4CB-B6413E27D852}"/>
              </a:ext>
            </a:extLst>
          </p:cNvPr>
          <p:cNvSpPr/>
          <p:nvPr/>
        </p:nvSpPr>
        <p:spPr>
          <a:xfrm rot="16200000">
            <a:off x="6360370" y="3495392"/>
            <a:ext cx="4442386" cy="659568"/>
          </a:xfrm>
          <a:prstGeom prst="rect">
            <a:avLst/>
          </a:prstGeom>
          <a:gradFill flip="none" rotWithShape="1">
            <a:gsLst>
              <a:gs pos="32000">
                <a:srgbClr val="4F95D9"/>
              </a:gs>
              <a:gs pos="7000">
                <a:srgbClr val="163E64"/>
              </a:gs>
              <a:gs pos="73000">
                <a:srgbClr val="A6CAED"/>
              </a:gs>
            </a:gsLst>
            <a:lin ang="0" scaled="0"/>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701EDEC6-AF07-8E9D-77D7-BE5AA95C4BED}"/>
              </a:ext>
            </a:extLst>
          </p:cNvPr>
          <p:cNvSpPr txBox="1"/>
          <p:nvPr/>
        </p:nvSpPr>
        <p:spPr>
          <a:xfrm rot="16200000">
            <a:off x="6845769" y="3640511"/>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Sustainability</a:t>
            </a:r>
          </a:p>
        </p:txBody>
      </p:sp>
      <p:sp>
        <p:nvSpPr>
          <p:cNvPr id="64" name="Rectangle 63">
            <a:extLst>
              <a:ext uri="{FF2B5EF4-FFF2-40B4-BE49-F238E27FC236}">
                <a16:creationId xmlns:a16="http://schemas.microsoft.com/office/drawing/2014/main" id="{44456F34-3243-6A3D-9975-CDA4BC8EC3B4}"/>
              </a:ext>
            </a:extLst>
          </p:cNvPr>
          <p:cNvSpPr/>
          <p:nvPr/>
        </p:nvSpPr>
        <p:spPr>
          <a:xfrm rot="16200000">
            <a:off x="7109879" y="3495392"/>
            <a:ext cx="4442386" cy="659568"/>
          </a:xfrm>
          <a:prstGeom prst="rect">
            <a:avLst/>
          </a:prstGeom>
          <a:gradFill flip="none" rotWithShape="1">
            <a:gsLst>
              <a:gs pos="32000">
                <a:srgbClr val="4F95D9"/>
              </a:gs>
              <a:gs pos="7000">
                <a:srgbClr val="163E64"/>
              </a:gs>
              <a:gs pos="73000">
                <a:srgbClr val="A6CAED"/>
              </a:gs>
            </a:gsLst>
            <a:lin ang="0" scaled="0"/>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E75C44B4-E0E3-AE11-A837-5316C8C88F1B}"/>
              </a:ext>
            </a:extLst>
          </p:cNvPr>
          <p:cNvSpPr/>
          <p:nvPr/>
        </p:nvSpPr>
        <p:spPr>
          <a:xfrm rot="16200000">
            <a:off x="7859387" y="3495392"/>
            <a:ext cx="4442386" cy="659568"/>
          </a:xfrm>
          <a:prstGeom prst="rect">
            <a:avLst/>
          </a:prstGeom>
          <a:gradFill flip="none" rotWithShape="1">
            <a:gsLst>
              <a:gs pos="32000">
                <a:srgbClr val="4F95D9"/>
              </a:gs>
              <a:gs pos="7000">
                <a:srgbClr val="163E64"/>
              </a:gs>
              <a:gs pos="73000">
                <a:srgbClr val="A6CAED"/>
              </a:gs>
            </a:gsLst>
            <a:lin ang="0" scaled="0"/>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A0D9085-264A-87D5-2D8E-214808DB217B}"/>
              </a:ext>
            </a:extLst>
          </p:cNvPr>
          <p:cNvSpPr/>
          <p:nvPr/>
        </p:nvSpPr>
        <p:spPr>
          <a:xfrm>
            <a:off x="1386286" y="915798"/>
            <a:ext cx="6745573" cy="4396676"/>
          </a:xfrm>
          <a:prstGeom prst="rect">
            <a:avLst/>
          </a:prstGeom>
          <a:solidFill>
            <a:schemeClr val="tx2">
              <a:lumMod val="10000"/>
              <a:lumOff val="9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3DF1868-3A73-880E-1B23-F03FDC6C20CC}"/>
              </a:ext>
            </a:extLst>
          </p:cNvPr>
          <p:cNvSpPr/>
          <p:nvPr/>
        </p:nvSpPr>
        <p:spPr>
          <a:xfrm>
            <a:off x="1506206" y="1595386"/>
            <a:ext cx="6535712" cy="659568"/>
          </a:xfrm>
          <a:prstGeom prst="rect">
            <a:avLst/>
          </a:prstGeom>
          <a:solidFill>
            <a:schemeClr val="tx2">
              <a:lumMod val="25000"/>
              <a:lumOff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DF8C31F-2B14-01CB-2688-1FB56BDA2462}"/>
              </a:ext>
            </a:extLst>
          </p:cNvPr>
          <p:cNvSpPr/>
          <p:nvPr/>
        </p:nvSpPr>
        <p:spPr>
          <a:xfrm>
            <a:off x="4834022" y="2344891"/>
            <a:ext cx="3207896" cy="659568"/>
          </a:xfrm>
          <a:prstGeom prst="rect">
            <a:avLst/>
          </a:prstGeom>
          <a:solidFill>
            <a:schemeClr val="tx2">
              <a:lumMod val="25000"/>
              <a:lumOff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3F517C1-D63E-CF68-2D99-C9CA40D5BCC8}"/>
              </a:ext>
            </a:extLst>
          </p:cNvPr>
          <p:cNvSpPr/>
          <p:nvPr/>
        </p:nvSpPr>
        <p:spPr>
          <a:xfrm>
            <a:off x="1506206" y="2344891"/>
            <a:ext cx="3207896" cy="659568"/>
          </a:xfrm>
          <a:prstGeom prst="rect">
            <a:avLst/>
          </a:prstGeom>
          <a:solidFill>
            <a:schemeClr val="tx2">
              <a:lumMod val="25000"/>
              <a:lumOff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E96B2AD-1686-EC6A-565C-28EC347D9831}"/>
              </a:ext>
            </a:extLst>
          </p:cNvPr>
          <p:cNvSpPr/>
          <p:nvPr/>
        </p:nvSpPr>
        <p:spPr>
          <a:xfrm>
            <a:off x="1506206" y="3094248"/>
            <a:ext cx="6535712" cy="659568"/>
          </a:xfrm>
          <a:prstGeom prst="rect">
            <a:avLst/>
          </a:prstGeom>
          <a:solidFill>
            <a:schemeClr val="tx2">
              <a:lumMod val="25000"/>
              <a:lumOff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8F20675-3A52-1BD7-98F4-DC1D1D4586B6}"/>
              </a:ext>
            </a:extLst>
          </p:cNvPr>
          <p:cNvSpPr/>
          <p:nvPr/>
        </p:nvSpPr>
        <p:spPr>
          <a:xfrm>
            <a:off x="1506206" y="3825176"/>
            <a:ext cx="6535712" cy="659568"/>
          </a:xfrm>
          <a:prstGeom prst="rect">
            <a:avLst/>
          </a:prstGeom>
          <a:solidFill>
            <a:schemeClr val="tx2">
              <a:lumMod val="50000"/>
              <a:lumOff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8BF81D3-5E73-990E-CE35-D77C3B22F4BD}"/>
              </a:ext>
            </a:extLst>
          </p:cNvPr>
          <p:cNvSpPr/>
          <p:nvPr/>
        </p:nvSpPr>
        <p:spPr>
          <a:xfrm>
            <a:off x="1506206" y="4550890"/>
            <a:ext cx="4775439" cy="659568"/>
          </a:xfrm>
          <a:prstGeom prst="rect">
            <a:avLst/>
          </a:prstGeom>
          <a:solidFill>
            <a:schemeClr val="tx2">
              <a:lumMod val="50000"/>
              <a:lumOff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9760F7F-37EE-8F33-107F-4309DAB6DB2B}"/>
              </a:ext>
            </a:extLst>
          </p:cNvPr>
          <p:cNvSpPr/>
          <p:nvPr/>
        </p:nvSpPr>
        <p:spPr>
          <a:xfrm>
            <a:off x="6368493" y="4550890"/>
            <a:ext cx="1673426" cy="659568"/>
          </a:xfrm>
          <a:prstGeom prst="rect">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6D2FC19-3572-A9A2-6C45-9D4FBE23E88F}"/>
              </a:ext>
            </a:extLst>
          </p:cNvPr>
          <p:cNvSpPr/>
          <p:nvPr/>
        </p:nvSpPr>
        <p:spPr>
          <a:xfrm>
            <a:off x="1506206" y="5378204"/>
            <a:ext cx="4775439" cy="659568"/>
          </a:xfrm>
          <a:prstGeom prst="rect">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F0CE9F6-5080-53E2-7EC5-09E0D6B9A487}"/>
              </a:ext>
            </a:extLst>
          </p:cNvPr>
          <p:cNvSpPr/>
          <p:nvPr/>
        </p:nvSpPr>
        <p:spPr>
          <a:xfrm>
            <a:off x="6368493" y="5378204"/>
            <a:ext cx="1673426" cy="659568"/>
          </a:xfrm>
          <a:prstGeom prst="rect">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B428EFD-CEC2-47CC-B6D8-1F21D81A3D24}"/>
              </a:ext>
            </a:extLst>
          </p:cNvPr>
          <p:cNvSpPr txBox="1"/>
          <p:nvPr/>
        </p:nvSpPr>
        <p:spPr>
          <a:xfrm>
            <a:off x="3110154" y="1055505"/>
            <a:ext cx="3468273" cy="400110"/>
          </a:xfrm>
          <a:prstGeom prst="rect">
            <a:avLst/>
          </a:prstGeom>
          <a:noFill/>
        </p:spPr>
        <p:txBody>
          <a:bodyPr wrap="square">
            <a:spAutoFit/>
          </a:bodyPr>
          <a:lstStyle/>
          <a:p>
            <a:pPr algn="ctr">
              <a:buNone/>
            </a:pPr>
            <a:r>
              <a:rPr lang="en-US" sz="2000" b="1" dirty="0">
                <a:effectLst/>
                <a:latin typeface="Aptos" panose="020B0004020202020204" pitchFamily="34" charset="0"/>
              </a:rPr>
              <a:t>Federation</a:t>
            </a:r>
          </a:p>
        </p:txBody>
      </p:sp>
      <p:sp>
        <p:nvSpPr>
          <p:cNvPr id="31" name="TextBox 30">
            <a:extLst>
              <a:ext uri="{FF2B5EF4-FFF2-40B4-BE49-F238E27FC236}">
                <a16:creationId xmlns:a16="http://schemas.microsoft.com/office/drawing/2014/main" id="{D9E5645F-9586-1D14-EE88-1C942E46400E}"/>
              </a:ext>
            </a:extLst>
          </p:cNvPr>
          <p:cNvSpPr txBox="1"/>
          <p:nvPr/>
        </p:nvSpPr>
        <p:spPr>
          <a:xfrm>
            <a:off x="3110154" y="1739222"/>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Application</a:t>
            </a:r>
          </a:p>
        </p:txBody>
      </p:sp>
      <p:sp>
        <p:nvSpPr>
          <p:cNvPr id="33" name="TextBox 32">
            <a:extLst>
              <a:ext uri="{FF2B5EF4-FFF2-40B4-BE49-F238E27FC236}">
                <a16:creationId xmlns:a16="http://schemas.microsoft.com/office/drawing/2014/main" id="{F0300EE5-302D-AEC7-5F42-2C7A67378888}"/>
              </a:ext>
            </a:extLst>
          </p:cNvPr>
          <p:cNvSpPr txBox="1"/>
          <p:nvPr/>
        </p:nvSpPr>
        <p:spPr>
          <a:xfrm>
            <a:off x="1994258" y="2495356"/>
            <a:ext cx="2104784" cy="369332"/>
          </a:xfrm>
          <a:prstGeom prst="rect">
            <a:avLst/>
          </a:prstGeom>
          <a:noFill/>
        </p:spPr>
        <p:txBody>
          <a:bodyPr wrap="square">
            <a:spAutoFit/>
          </a:bodyPr>
          <a:lstStyle/>
          <a:p>
            <a:pPr algn="ctr">
              <a:buNone/>
            </a:pPr>
            <a:r>
              <a:rPr lang="en-US" b="1" dirty="0">
                <a:effectLst/>
                <a:latin typeface="Aptos" panose="020B0004020202020204" pitchFamily="34" charset="0"/>
              </a:rPr>
              <a:t>Data</a:t>
            </a:r>
          </a:p>
        </p:txBody>
      </p:sp>
      <p:sp>
        <p:nvSpPr>
          <p:cNvPr id="35" name="TextBox 34">
            <a:extLst>
              <a:ext uri="{FF2B5EF4-FFF2-40B4-BE49-F238E27FC236}">
                <a16:creationId xmlns:a16="http://schemas.microsoft.com/office/drawing/2014/main" id="{4AF4D311-3708-12DD-03DB-E130262D909C}"/>
              </a:ext>
            </a:extLst>
          </p:cNvPr>
          <p:cNvSpPr txBox="1"/>
          <p:nvPr/>
        </p:nvSpPr>
        <p:spPr>
          <a:xfrm>
            <a:off x="5380396" y="2495356"/>
            <a:ext cx="2104784" cy="369332"/>
          </a:xfrm>
          <a:prstGeom prst="rect">
            <a:avLst/>
          </a:prstGeom>
          <a:noFill/>
        </p:spPr>
        <p:txBody>
          <a:bodyPr wrap="square">
            <a:spAutoFit/>
          </a:bodyPr>
          <a:lstStyle/>
          <a:p>
            <a:pPr algn="ctr">
              <a:buNone/>
            </a:pPr>
            <a:r>
              <a:rPr lang="en-US" b="1" dirty="0">
                <a:effectLst/>
                <a:latin typeface="Aptos" panose="020B0004020202020204" pitchFamily="34" charset="0"/>
              </a:rPr>
              <a:t>AI</a:t>
            </a:r>
          </a:p>
        </p:txBody>
      </p:sp>
      <p:sp>
        <p:nvSpPr>
          <p:cNvPr id="37" name="TextBox 36">
            <a:extLst>
              <a:ext uri="{FF2B5EF4-FFF2-40B4-BE49-F238E27FC236}">
                <a16:creationId xmlns:a16="http://schemas.microsoft.com/office/drawing/2014/main" id="{799143E5-DB98-A219-4AAE-8A180EFE2E0D}"/>
              </a:ext>
            </a:extLst>
          </p:cNvPr>
          <p:cNvSpPr txBox="1"/>
          <p:nvPr/>
        </p:nvSpPr>
        <p:spPr>
          <a:xfrm>
            <a:off x="3110154" y="3253697"/>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Service Orchestration</a:t>
            </a:r>
          </a:p>
        </p:txBody>
      </p:sp>
      <p:sp>
        <p:nvSpPr>
          <p:cNvPr id="39" name="TextBox 38">
            <a:extLst>
              <a:ext uri="{FF2B5EF4-FFF2-40B4-BE49-F238E27FC236}">
                <a16:creationId xmlns:a16="http://schemas.microsoft.com/office/drawing/2014/main" id="{6CE6BBED-D3E8-C240-C9EE-24D771848157}"/>
              </a:ext>
            </a:extLst>
          </p:cNvPr>
          <p:cNvSpPr txBox="1"/>
          <p:nvPr/>
        </p:nvSpPr>
        <p:spPr>
          <a:xfrm>
            <a:off x="3110154" y="3968072"/>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Cloud Edge Platform</a:t>
            </a:r>
          </a:p>
        </p:txBody>
      </p:sp>
      <p:sp>
        <p:nvSpPr>
          <p:cNvPr id="41" name="TextBox 40">
            <a:extLst>
              <a:ext uri="{FF2B5EF4-FFF2-40B4-BE49-F238E27FC236}">
                <a16:creationId xmlns:a16="http://schemas.microsoft.com/office/drawing/2014/main" id="{9ABCAFB5-32B9-4E20-F1BE-30FFFAEB3235}"/>
              </a:ext>
            </a:extLst>
          </p:cNvPr>
          <p:cNvSpPr txBox="1"/>
          <p:nvPr/>
        </p:nvSpPr>
        <p:spPr>
          <a:xfrm>
            <a:off x="2159788" y="4696735"/>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Virtualization</a:t>
            </a:r>
          </a:p>
        </p:txBody>
      </p:sp>
      <p:sp>
        <p:nvSpPr>
          <p:cNvPr id="43" name="TextBox 42">
            <a:extLst>
              <a:ext uri="{FF2B5EF4-FFF2-40B4-BE49-F238E27FC236}">
                <a16:creationId xmlns:a16="http://schemas.microsoft.com/office/drawing/2014/main" id="{97036EFF-4987-9B72-3A46-261D30C1F70B}"/>
              </a:ext>
            </a:extLst>
          </p:cNvPr>
          <p:cNvSpPr txBox="1"/>
          <p:nvPr/>
        </p:nvSpPr>
        <p:spPr>
          <a:xfrm>
            <a:off x="1669679" y="5525410"/>
            <a:ext cx="3468273" cy="369332"/>
          </a:xfrm>
          <a:prstGeom prst="rect">
            <a:avLst/>
          </a:prstGeom>
          <a:noFill/>
        </p:spPr>
        <p:txBody>
          <a:bodyPr wrap="square">
            <a:spAutoFit/>
          </a:bodyPr>
          <a:lstStyle/>
          <a:p>
            <a:pPr algn="ctr">
              <a:buNone/>
            </a:pPr>
            <a:r>
              <a:rPr lang="en-US" b="1" dirty="0">
                <a:solidFill>
                  <a:schemeClr val="bg1">
                    <a:lumMod val="95000"/>
                  </a:schemeClr>
                </a:solidFill>
                <a:effectLst/>
                <a:latin typeface="Aptos" panose="020B0004020202020204" pitchFamily="34" charset="0"/>
              </a:rPr>
              <a:t>Physical Cloud Edge Resources</a:t>
            </a:r>
          </a:p>
        </p:txBody>
      </p:sp>
      <p:sp>
        <p:nvSpPr>
          <p:cNvPr id="45" name="TextBox 44">
            <a:extLst>
              <a:ext uri="{FF2B5EF4-FFF2-40B4-BE49-F238E27FC236}">
                <a16:creationId xmlns:a16="http://schemas.microsoft.com/office/drawing/2014/main" id="{4A48132E-0699-3421-BF3D-55F0EFD2F10D}"/>
              </a:ext>
            </a:extLst>
          </p:cNvPr>
          <p:cNvSpPr txBox="1"/>
          <p:nvPr/>
        </p:nvSpPr>
        <p:spPr>
          <a:xfrm>
            <a:off x="6178692" y="4621610"/>
            <a:ext cx="2104784" cy="553998"/>
          </a:xfrm>
          <a:prstGeom prst="rect">
            <a:avLst/>
          </a:prstGeom>
          <a:noFill/>
        </p:spPr>
        <p:txBody>
          <a:bodyPr wrap="square">
            <a:spAutoFit/>
          </a:bodyPr>
          <a:lstStyle/>
          <a:p>
            <a:pPr algn="ctr">
              <a:buNone/>
            </a:pPr>
            <a:r>
              <a:rPr lang="en-US" sz="1500" b="1" dirty="0">
                <a:solidFill>
                  <a:schemeClr val="bg1">
                    <a:lumMod val="95000"/>
                  </a:schemeClr>
                </a:solidFill>
                <a:effectLst/>
                <a:latin typeface="Aptos" panose="020B0004020202020204" pitchFamily="34" charset="0"/>
              </a:rPr>
              <a:t>Network Systems,</a:t>
            </a:r>
          </a:p>
          <a:p>
            <a:pPr algn="ctr">
              <a:buNone/>
            </a:pPr>
            <a:r>
              <a:rPr lang="en-US" sz="1500" b="1" dirty="0">
                <a:solidFill>
                  <a:schemeClr val="bg1">
                    <a:lumMod val="95000"/>
                  </a:schemeClr>
                </a:solidFill>
                <a:latin typeface="Aptos" panose="020B0004020202020204" pitchFamily="34" charset="0"/>
              </a:rPr>
              <a:t>SDN Controllers</a:t>
            </a:r>
            <a:endParaRPr lang="en-US" sz="1500" b="1" dirty="0">
              <a:solidFill>
                <a:schemeClr val="bg1">
                  <a:lumMod val="95000"/>
                </a:schemeClr>
              </a:solidFill>
              <a:effectLst/>
              <a:latin typeface="Aptos" panose="020B0004020202020204" pitchFamily="34" charset="0"/>
            </a:endParaRPr>
          </a:p>
        </p:txBody>
      </p:sp>
      <p:sp>
        <p:nvSpPr>
          <p:cNvPr id="47" name="TextBox 46">
            <a:extLst>
              <a:ext uri="{FF2B5EF4-FFF2-40B4-BE49-F238E27FC236}">
                <a16:creationId xmlns:a16="http://schemas.microsoft.com/office/drawing/2014/main" id="{3EEA4CE0-CC7C-8FFF-004B-48B43A48DB6F}"/>
              </a:ext>
            </a:extLst>
          </p:cNvPr>
          <p:cNvSpPr txBox="1"/>
          <p:nvPr/>
        </p:nvSpPr>
        <p:spPr>
          <a:xfrm>
            <a:off x="6178692" y="5432493"/>
            <a:ext cx="2104784" cy="553998"/>
          </a:xfrm>
          <a:prstGeom prst="rect">
            <a:avLst/>
          </a:prstGeom>
          <a:noFill/>
        </p:spPr>
        <p:txBody>
          <a:bodyPr wrap="square">
            <a:spAutoFit/>
          </a:bodyPr>
          <a:lstStyle/>
          <a:p>
            <a:pPr algn="ctr">
              <a:buNone/>
            </a:pPr>
            <a:r>
              <a:rPr lang="en-US" sz="1500" b="1" dirty="0">
                <a:solidFill>
                  <a:schemeClr val="bg1">
                    <a:lumMod val="95000"/>
                  </a:schemeClr>
                </a:solidFill>
                <a:effectLst/>
                <a:latin typeface="Aptos" panose="020B0004020202020204" pitchFamily="34" charset="0"/>
              </a:rPr>
              <a:t>Physical Network</a:t>
            </a:r>
          </a:p>
          <a:p>
            <a:pPr algn="ctr">
              <a:buNone/>
            </a:pPr>
            <a:r>
              <a:rPr lang="en-US" sz="1500" b="1" dirty="0">
                <a:solidFill>
                  <a:schemeClr val="bg1">
                    <a:lumMod val="95000"/>
                  </a:schemeClr>
                </a:solidFill>
                <a:latin typeface="Aptos" panose="020B0004020202020204" pitchFamily="34" charset="0"/>
              </a:rPr>
              <a:t>Resources</a:t>
            </a:r>
            <a:endParaRPr lang="en-US" sz="1500" b="1" dirty="0">
              <a:solidFill>
                <a:schemeClr val="bg1">
                  <a:lumMod val="95000"/>
                </a:schemeClr>
              </a:solidFill>
              <a:effectLst/>
              <a:latin typeface="Aptos" panose="020B0004020202020204" pitchFamily="34" charset="0"/>
            </a:endParaRPr>
          </a:p>
        </p:txBody>
      </p:sp>
      <p:sp>
        <p:nvSpPr>
          <p:cNvPr id="49" name="Rectangle 48">
            <a:extLst>
              <a:ext uri="{FF2B5EF4-FFF2-40B4-BE49-F238E27FC236}">
                <a16:creationId xmlns:a16="http://schemas.microsoft.com/office/drawing/2014/main" id="{419CC3A6-1BEA-D5C5-5EC4-EA35DDA94AD9}"/>
              </a:ext>
            </a:extLst>
          </p:cNvPr>
          <p:cNvSpPr/>
          <p:nvPr/>
        </p:nvSpPr>
        <p:spPr>
          <a:xfrm>
            <a:off x="5253731" y="5482041"/>
            <a:ext cx="899527" cy="460161"/>
          </a:xfrm>
          <a:prstGeom prst="rect">
            <a:avLst/>
          </a:prstGeom>
          <a:solidFill>
            <a:schemeClr val="tx2">
              <a:lumMod val="10000"/>
              <a:lumOff val="90000"/>
              <a:alpha val="4901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2FF3A4B1-8DE6-256F-C095-FEA5C7C2DC93}"/>
              </a:ext>
            </a:extLst>
          </p:cNvPr>
          <p:cNvSpPr txBox="1"/>
          <p:nvPr/>
        </p:nvSpPr>
        <p:spPr>
          <a:xfrm>
            <a:off x="5234256" y="5492890"/>
            <a:ext cx="977648" cy="461665"/>
          </a:xfrm>
          <a:prstGeom prst="rect">
            <a:avLst/>
          </a:prstGeom>
          <a:noFill/>
        </p:spPr>
        <p:txBody>
          <a:bodyPr wrap="square">
            <a:spAutoFit/>
          </a:bodyPr>
          <a:lstStyle/>
          <a:p>
            <a:pPr>
              <a:buNone/>
            </a:pPr>
            <a:r>
              <a:rPr lang="en-US" sz="1200" dirty="0">
                <a:solidFill>
                  <a:schemeClr val="bg1">
                    <a:lumMod val="95000"/>
                  </a:schemeClr>
                </a:solidFill>
                <a:effectLst/>
                <a:latin typeface="Aptos" panose="020B0004020202020204" pitchFamily="34" charset="0"/>
              </a:rPr>
              <a:t>In DC </a:t>
            </a:r>
          </a:p>
          <a:p>
            <a:pPr>
              <a:buNone/>
            </a:pPr>
            <a:r>
              <a:rPr lang="en-US" sz="1200" dirty="0">
                <a:solidFill>
                  <a:schemeClr val="bg1">
                    <a:lumMod val="95000"/>
                  </a:schemeClr>
                </a:solidFill>
                <a:effectLst/>
                <a:latin typeface="Aptos" panose="020B0004020202020204" pitchFamily="34" charset="0"/>
              </a:rPr>
              <a:t>Networking</a:t>
            </a:r>
          </a:p>
        </p:txBody>
      </p:sp>
      <p:sp>
        <p:nvSpPr>
          <p:cNvPr id="55" name="TextBox 54">
            <a:extLst>
              <a:ext uri="{FF2B5EF4-FFF2-40B4-BE49-F238E27FC236}">
                <a16:creationId xmlns:a16="http://schemas.microsoft.com/office/drawing/2014/main" id="{D0F102D8-3C67-2899-2B00-78ED5A971FEF}"/>
              </a:ext>
            </a:extLst>
          </p:cNvPr>
          <p:cNvSpPr txBox="1"/>
          <p:nvPr/>
        </p:nvSpPr>
        <p:spPr>
          <a:xfrm rot="16200000">
            <a:off x="7596884" y="3640511"/>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Security and Compliance</a:t>
            </a:r>
          </a:p>
        </p:txBody>
      </p:sp>
      <p:sp>
        <p:nvSpPr>
          <p:cNvPr id="60" name="TextBox 59">
            <a:extLst>
              <a:ext uri="{FF2B5EF4-FFF2-40B4-BE49-F238E27FC236}">
                <a16:creationId xmlns:a16="http://schemas.microsoft.com/office/drawing/2014/main" id="{0B7891FC-BA4E-2729-8BB5-C9FBD916B9C9}"/>
              </a:ext>
            </a:extLst>
          </p:cNvPr>
          <p:cNvSpPr txBox="1"/>
          <p:nvPr/>
        </p:nvSpPr>
        <p:spPr>
          <a:xfrm rot="16200000">
            <a:off x="8337114" y="3640511"/>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Management</a:t>
            </a:r>
          </a:p>
        </p:txBody>
      </p:sp>
      <p:pic>
        <p:nvPicPr>
          <p:cNvPr id="8" name="Graphic 7">
            <a:extLst>
              <a:ext uri="{FF2B5EF4-FFF2-40B4-BE49-F238E27FC236}">
                <a16:creationId xmlns:a16="http://schemas.microsoft.com/office/drawing/2014/main" id="{B7B67605-3D1D-CEAC-049A-A26B6C9DA4BB}"/>
              </a:ext>
            </a:extLst>
          </p:cNvPr>
          <p:cNvPicPr>
            <a:picLocks noChangeAspect="1"/>
          </p:cNvPicPr>
          <p:nvPr/>
        </p:nvPicPr>
        <p:blipFill>
          <a:blip r:embed="rId3"/>
          <a:srcRect/>
          <a:stretch/>
        </p:blipFill>
        <p:spPr>
          <a:xfrm>
            <a:off x="9854780" y="2370296"/>
            <a:ext cx="442160" cy="433692"/>
          </a:xfrm>
          <a:prstGeom prst="rect">
            <a:avLst/>
          </a:prstGeom>
        </p:spPr>
      </p:pic>
      <p:pic>
        <p:nvPicPr>
          <p:cNvPr id="10" name="Graphic 9">
            <a:extLst>
              <a:ext uri="{FF2B5EF4-FFF2-40B4-BE49-F238E27FC236}">
                <a16:creationId xmlns:a16="http://schemas.microsoft.com/office/drawing/2014/main" id="{8E13779F-66AA-E4B0-1D73-A30EC90BE8F3}"/>
              </a:ext>
            </a:extLst>
          </p:cNvPr>
          <p:cNvPicPr>
            <a:picLocks noChangeAspect="1"/>
          </p:cNvPicPr>
          <p:nvPr/>
        </p:nvPicPr>
        <p:blipFill>
          <a:blip r:embed="rId4"/>
          <a:srcRect/>
          <a:stretch/>
        </p:blipFill>
        <p:spPr>
          <a:xfrm>
            <a:off x="1592461" y="4610866"/>
            <a:ext cx="508189" cy="512279"/>
          </a:xfrm>
          <a:prstGeom prst="rect">
            <a:avLst/>
          </a:prstGeom>
        </p:spPr>
      </p:pic>
      <p:pic>
        <p:nvPicPr>
          <p:cNvPr id="25" name="Graphic 24">
            <a:extLst>
              <a:ext uri="{FF2B5EF4-FFF2-40B4-BE49-F238E27FC236}">
                <a16:creationId xmlns:a16="http://schemas.microsoft.com/office/drawing/2014/main" id="{2E30539F-4BDB-CA17-993F-F09D31839554}"/>
              </a:ext>
            </a:extLst>
          </p:cNvPr>
          <p:cNvPicPr>
            <a:picLocks noChangeAspect="1"/>
          </p:cNvPicPr>
          <p:nvPr/>
        </p:nvPicPr>
        <p:blipFill>
          <a:blip r:embed="rId5"/>
          <a:srcRect/>
          <a:stretch/>
        </p:blipFill>
        <p:spPr>
          <a:xfrm>
            <a:off x="1644940" y="1009033"/>
            <a:ext cx="339494" cy="493149"/>
          </a:xfrm>
          <a:prstGeom prst="rect">
            <a:avLst/>
          </a:prstGeom>
        </p:spPr>
      </p:pic>
      <p:pic>
        <p:nvPicPr>
          <p:cNvPr id="42" name="Graphic 41">
            <a:extLst>
              <a:ext uri="{FF2B5EF4-FFF2-40B4-BE49-F238E27FC236}">
                <a16:creationId xmlns:a16="http://schemas.microsoft.com/office/drawing/2014/main" id="{5B7D0B11-4746-3F22-BE68-F181F3A73ED3}"/>
              </a:ext>
            </a:extLst>
          </p:cNvPr>
          <p:cNvPicPr>
            <a:picLocks noChangeAspect="1"/>
          </p:cNvPicPr>
          <p:nvPr/>
        </p:nvPicPr>
        <p:blipFill>
          <a:blip r:embed="rId6"/>
          <a:srcRect/>
          <a:stretch/>
        </p:blipFill>
        <p:spPr>
          <a:xfrm>
            <a:off x="9898212" y="1688670"/>
            <a:ext cx="314271" cy="563804"/>
          </a:xfrm>
          <a:prstGeom prst="rect">
            <a:avLst/>
          </a:prstGeom>
        </p:spPr>
      </p:pic>
      <p:pic>
        <p:nvPicPr>
          <p:cNvPr id="46" name="Graphic 45">
            <a:extLst>
              <a:ext uri="{FF2B5EF4-FFF2-40B4-BE49-F238E27FC236}">
                <a16:creationId xmlns:a16="http://schemas.microsoft.com/office/drawing/2014/main" id="{DFEAED4B-58B4-0C90-2D0D-037633342BF5}"/>
              </a:ext>
            </a:extLst>
          </p:cNvPr>
          <p:cNvPicPr>
            <a:picLocks noChangeAspect="1"/>
          </p:cNvPicPr>
          <p:nvPr/>
        </p:nvPicPr>
        <p:blipFill>
          <a:blip r:embed="rId7"/>
          <a:srcRect/>
          <a:stretch/>
        </p:blipFill>
        <p:spPr>
          <a:xfrm>
            <a:off x="2297984" y="4623392"/>
            <a:ext cx="316677" cy="515252"/>
          </a:xfrm>
          <a:prstGeom prst="rect">
            <a:avLst/>
          </a:prstGeom>
        </p:spPr>
      </p:pic>
      <p:pic>
        <p:nvPicPr>
          <p:cNvPr id="7" name="Graphic 6">
            <a:extLst>
              <a:ext uri="{FF2B5EF4-FFF2-40B4-BE49-F238E27FC236}">
                <a16:creationId xmlns:a16="http://schemas.microsoft.com/office/drawing/2014/main" id="{BFF5035E-1768-05DE-B678-83E6C3DC08B8}"/>
              </a:ext>
            </a:extLst>
          </p:cNvPr>
          <p:cNvPicPr>
            <a:picLocks noChangeAspect="1"/>
          </p:cNvPicPr>
          <p:nvPr/>
        </p:nvPicPr>
        <p:blipFill>
          <a:blip r:embed="rId8"/>
          <a:srcRect/>
          <a:stretch/>
        </p:blipFill>
        <p:spPr>
          <a:xfrm>
            <a:off x="9094152" y="1697454"/>
            <a:ext cx="467547" cy="511582"/>
          </a:xfrm>
          <a:prstGeom prst="rect">
            <a:avLst/>
          </a:prstGeom>
        </p:spPr>
      </p:pic>
      <p:pic>
        <p:nvPicPr>
          <p:cNvPr id="9" name="Graphic 8">
            <a:extLst>
              <a:ext uri="{FF2B5EF4-FFF2-40B4-BE49-F238E27FC236}">
                <a16:creationId xmlns:a16="http://schemas.microsoft.com/office/drawing/2014/main" id="{F211DE9D-86BE-E494-7A5A-7A21666A9CEA}"/>
              </a:ext>
            </a:extLst>
          </p:cNvPr>
          <p:cNvPicPr>
            <a:picLocks noChangeAspect="1"/>
          </p:cNvPicPr>
          <p:nvPr/>
        </p:nvPicPr>
        <p:blipFill>
          <a:blip r:embed="rId9"/>
          <a:srcRect/>
          <a:stretch/>
        </p:blipFill>
        <p:spPr>
          <a:xfrm>
            <a:off x="2158549" y="1656096"/>
            <a:ext cx="437102" cy="555972"/>
          </a:xfrm>
          <a:prstGeom prst="rect">
            <a:avLst/>
          </a:prstGeom>
        </p:spPr>
      </p:pic>
      <p:pic>
        <p:nvPicPr>
          <p:cNvPr id="11" name="Graphic 10">
            <a:extLst>
              <a:ext uri="{FF2B5EF4-FFF2-40B4-BE49-F238E27FC236}">
                <a16:creationId xmlns:a16="http://schemas.microsoft.com/office/drawing/2014/main" id="{0FC537A0-65CA-95B5-4E92-589EF4882188}"/>
              </a:ext>
            </a:extLst>
          </p:cNvPr>
          <p:cNvPicPr>
            <a:picLocks noChangeAspect="1"/>
          </p:cNvPicPr>
          <p:nvPr/>
        </p:nvPicPr>
        <p:blipFill>
          <a:blip r:embed="rId10"/>
          <a:srcRect/>
          <a:stretch/>
        </p:blipFill>
        <p:spPr>
          <a:xfrm>
            <a:off x="1622175" y="1659735"/>
            <a:ext cx="400586" cy="542126"/>
          </a:xfrm>
          <a:prstGeom prst="rect">
            <a:avLst/>
          </a:prstGeom>
        </p:spPr>
      </p:pic>
      <p:pic>
        <p:nvPicPr>
          <p:cNvPr id="19" name="Graphic 18">
            <a:extLst>
              <a:ext uri="{FF2B5EF4-FFF2-40B4-BE49-F238E27FC236}">
                <a16:creationId xmlns:a16="http://schemas.microsoft.com/office/drawing/2014/main" id="{CAC31DDA-4081-6817-671D-284E9108893D}"/>
              </a:ext>
            </a:extLst>
          </p:cNvPr>
          <p:cNvPicPr>
            <a:picLocks noChangeAspect="1"/>
          </p:cNvPicPr>
          <p:nvPr/>
        </p:nvPicPr>
        <p:blipFill>
          <a:blip r:embed="rId11"/>
          <a:srcRect/>
          <a:stretch/>
        </p:blipFill>
        <p:spPr>
          <a:xfrm>
            <a:off x="1622175" y="2402084"/>
            <a:ext cx="396712" cy="565852"/>
          </a:xfrm>
          <a:prstGeom prst="rect">
            <a:avLst/>
          </a:prstGeom>
        </p:spPr>
      </p:pic>
      <p:pic>
        <p:nvPicPr>
          <p:cNvPr id="24" name="Graphic 23">
            <a:extLst>
              <a:ext uri="{FF2B5EF4-FFF2-40B4-BE49-F238E27FC236}">
                <a16:creationId xmlns:a16="http://schemas.microsoft.com/office/drawing/2014/main" id="{9757C319-B952-C83D-1F0B-0290F5637997}"/>
              </a:ext>
            </a:extLst>
          </p:cNvPr>
          <p:cNvPicPr>
            <a:picLocks noChangeAspect="1"/>
          </p:cNvPicPr>
          <p:nvPr/>
        </p:nvPicPr>
        <p:blipFill>
          <a:blip r:embed="rId12"/>
          <a:srcRect/>
          <a:stretch/>
        </p:blipFill>
        <p:spPr>
          <a:xfrm>
            <a:off x="1566432" y="3143252"/>
            <a:ext cx="471244" cy="571495"/>
          </a:xfrm>
          <a:prstGeom prst="rect">
            <a:avLst/>
          </a:prstGeom>
        </p:spPr>
      </p:pic>
      <p:pic>
        <p:nvPicPr>
          <p:cNvPr id="26" name="Graphic 25">
            <a:extLst>
              <a:ext uri="{FF2B5EF4-FFF2-40B4-BE49-F238E27FC236}">
                <a16:creationId xmlns:a16="http://schemas.microsoft.com/office/drawing/2014/main" id="{E6CCB4FD-5C4A-8D11-BCCE-98376365D6F9}"/>
              </a:ext>
            </a:extLst>
          </p:cNvPr>
          <p:cNvPicPr>
            <a:picLocks noChangeAspect="1"/>
          </p:cNvPicPr>
          <p:nvPr/>
        </p:nvPicPr>
        <p:blipFill>
          <a:blip r:embed="rId13"/>
          <a:srcRect/>
          <a:stretch/>
        </p:blipFill>
        <p:spPr>
          <a:xfrm>
            <a:off x="2219300" y="3895192"/>
            <a:ext cx="467615" cy="544303"/>
          </a:xfrm>
          <a:prstGeom prst="rect">
            <a:avLst/>
          </a:prstGeom>
        </p:spPr>
      </p:pic>
      <p:pic>
        <p:nvPicPr>
          <p:cNvPr id="27" name="Graphic 26">
            <a:extLst>
              <a:ext uri="{FF2B5EF4-FFF2-40B4-BE49-F238E27FC236}">
                <a16:creationId xmlns:a16="http://schemas.microsoft.com/office/drawing/2014/main" id="{6D418F29-98B4-C5CE-E06F-7AFA7682B2D7}"/>
              </a:ext>
            </a:extLst>
          </p:cNvPr>
          <p:cNvPicPr>
            <a:picLocks noChangeAspect="1"/>
          </p:cNvPicPr>
          <p:nvPr/>
        </p:nvPicPr>
        <p:blipFill>
          <a:blip r:embed="rId14"/>
          <a:srcRect/>
          <a:stretch/>
        </p:blipFill>
        <p:spPr>
          <a:xfrm>
            <a:off x="1595319" y="3853542"/>
            <a:ext cx="477992" cy="597490"/>
          </a:xfrm>
          <a:prstGeom prst="rect">
            <a:avLst/>
          </a:prstGeom>
        </p:spPr>
      </p:pic>
      <p:pic>
        <p:nvPicPr>
          <p:cNvPr id="6" name="Graphic 5">
            <a:extLst>
              <a:ext uri="{FF2B5EF4-FFF2-40B4-BE49-F238E27FC236}">
                <a16:creationId xmlns:a16="http://schemas.microsoft.com/office/drawing/2014/main" id="{74E18C16-467B-C5D3-FF3E-66F26EB593DE}"/>
              </a:ext>
            </a:extLst>
          </p:cNvPr>
          <p:cNvPicPr>
            <a:picLocks noChangeAspect="1"/>
          </p:cNvPicPr>
          <p:nvPr/>
        </p:nvPicPr>
        <p:blipFill>
          <a:blip r:embed="rId15"/>
          <a:srcRect/>
          <a:stretch/>
        </p:blipFill>
        <p:spPr>
          <a:xfrm>
            <a:off x="2170005" y="976919"/>
            <a:ext cx="425491" cy="557281"/>
          </a:xfrm>
          <a:prstGeom prst="rect">
            <a:avLst/>
          </a:prstGeom>
        </p:spPr>
      </p:pic>
      <p:pic>
        <p:nvPicPr>
          <p:cNvPr id="3" name="Picture 2">
            <a:extLst>
              <a:ext uri="{FF2B5EF4-FFF2-40B4-BE49-F238E27FC236}">
                <a16:creationId xmlns:a16="http://schemas.microsoft.com/office/drawing/2014/main" id="{C6251FFB-9648-18C1-F7FF-CF28841977AF}"/>
              </a:ext>
            </a:extLst>
          </p:cNvPr>
          <p:cNvPicPr>
            <a:picLocks noChangeAspect="1"/>
          </p:cNvPicPr>
          <p:nvPr/>
        </p:nvPicPr>
        <p:blipFill>
          <a:blip r:embed="rId16"/>
          <a:stretch>
            <a:fillRect/>
          </a:stretch>
        </p:blipFill>
        <p:spPr>
          <a:xfrm>
            <a:off x="8382143" y="2133248"/>
            <a:ext cx="384536" cy="77325"/>
          </a:xfrm>
          <a:prstGeom prst="rect">
            <a:avLst/>
          </a:prstGeom>
        </p:spPr>
      </p:pic>
      <p:pic>
        <p:nvPicPr>
          <p:cNvPr id="15" name="Picture 14">
            <a:extLst>
              <a:ext uri="{FF2B5EF4-FFF2-40B4-BE49-F238E27FC236}">
                <a16:creationId xmlns:a16="http://schemas.microsoft.com/office/drawing/2014/main" id="{04255558-FEA8-C9B0-5853-C01A4318832B}"/>
              </a:ext>
            </a:extLst>
          </p:cNvPr>
          <p:cNvPicPr>
            <a:picLocks noChangeAspect="1"/>
          </p:cNvPicPr>
          <p:nvPr/>
        </p:nvPicPr>
        <p:blipFill>
          <a:blip r:embed="rId17"/>
          <a:stretch>
            <a:fillRect/>
          </a:stretch>
        </p:blipFill>
        <p:spPr>
          <a:xfrm>
            <a:off x="8362984" y="1697455"/>
            <a:ext cx="422854" cy="422854"/>
          </a:xfrm>
          <a:prstGeom prst="rect">
            <a:avLst/>
          </a:prstGeom>
        </p:spPr>
      </p:pic>
      <p:sp>
        <p:nvSpPr>
          <p:cNvPr id="4" name="TextBox 3">
            <a:extLst>
              <a:ext uri="{FF2B5EF4-FFF2-40B4-BE49-F238E27FC236}">
                <a16:creationId xmlns:a16="http://schemas.microsoft.com/office/drawing/2014/main" id="{F9D4AFD1-35D7-CA58-504A-1BD6D47B2EF7}"/>
              </a:ext>
            </a:extLst>
          </p:cNvPr>
          <p:cNvSpPr txBox="1"/>
          <p:nvPr/>
        </p:nvSpPr>
        <p:spPr>
          <a:xfrm>
            <a:off x="4361863" y="317206"/>
            <a:ext cx="3468273" cy="400110"/>
          </a:xfrm>
          <a:prstGeom prst="rect">
            <a:avLst/>
          </a:prstGeom>
          <a:noFill/>
        </p:spPr>
        <p:txBody>
          <a:bodyPr wrap="square">
            <a:spAutoFit/>
          </a:bodyPr>
          <a:lstStyle/>
          <a:p>
            <a:pPr algn="ctr">
              <a:buNone/>
            </a:pPr>
            <a:r>
              <a:rPr lang="en-US" sz="2000" b="1" dirty="0">
                <a:effectLst/>
                <a:latin typeface="Aptos" panose="020B0004020202020204" pitchFamily="34" charset="0"/>
              </a:rPr>
              <a:t>Projects</a:t>
            </a:r>
          </a:p>
        </p:txBody>
      </p:sp>
    </p:spTree>
    <p:extLst>
      <p:ext uri="{BB962C8B-B14F-4D97-AF65-F5344CB8AC3E}">
        <p14:creationId xmlns:p14="http://schemas.microsoft.com/office/powerpoint/2010/main" val="170786564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3253BA9-604F-3FF8-C697-5AEF7B55C31B}"/>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639A23C9-6354-EF30-F65F-6A11EC076896}"/>
              </a:ext>
            </a:extLst>
          </p:cNvPr>
          <p:cNvSpPr/>
          <p:nvPr/>
        </p:nvSpPr>
        <p:spPr>
          <a:xfrm>
            <a:off x="253218" y="488514"/>
            <a:ext cx="11633982" cy="6087649"/>
          </a:xfrm>
          <a:prstGeom prst="rect">
            <a:avLst/>
          </a:prstGeom>
          <a:solidFill>
            <a:schemeClr val="tx2">
              <a:lumMod val="10000"/>
              <a:lumOff val="9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37A5A870-1660-026A-3C3E-6A7E20C376B3}"/>
              </a:ext>
            </a:extLst>
          </p:cNvPr>
          <p:cNvSpPr/>
          <p:nvPr/>
        </p:nvSpPr>
        <p:spPr>
          <a:xfrm>
            <a:off x="253218" y="1115773"/>
            <a:ext cx="11633982" cy="339043"/>
          </a:xfrm>
          <a:prstGeom prst="rect">
            <a:avLst/>
          </a:prstGeom>
          <a:gradFill>
            <a:gsLst>
              <a:gs pos="80000">
                <a:srgbClr val="C3DCF3"/>
              </a:gs>
              <a:gs pos="19000">
                <a:srgbClr val="C4DCF3"/>
              </a:gs>
              <a:gs pos="0">
                <a:srgbClr val="F6FBFF"/>
              </a:gs>
              <a:gs pos="51000">
                <a:schemeClr val="tx2">
                  <a:lumMod val="25000"/>
                  <a:lumOff val="75000"/>
                </a:schemeClr>
              </a:gs>
              <a:gs pos="100000">
                <a:srgbClr val="F6FBFF"/>
              </a:gs>
            </a:gsLst>
            <a:lin ang="21552750" scaled="1"/>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361EB30E-C23F-E5A8-C256-6077E5AF9C85}"/>
              </a:ext>
            </a:extLst>
          </p:cNvPr>
          <p:cNvSpPr/>
          <p:nvPr/>
        </p:nvSpPr>
        <p:spPr>
          <a:xfrm>
            <a:off x="253218" y="2713664"/>
            <a:ext cx="11633982" cy="339043"/>
          </a:xfrm>
          <a:prstGeom prst="rect">
            <a:avLst/>
          </a:prstGeom>
          <a:gradFill>
            <a:gsLst>
              <a:gs pos="76000">
                <a:srgbClr val="85B6E5"/>
              </a:gs>
              <a:gs pos="22000">
                <a:srgbClr val="8DBBE7"/>
              </a:gs>
              <a:gs pos="0">
                <a:srgbClr val="F6FBFF"/>
              </a:gs>
              <a:gs pos="51000">
                <a:schemeClr val="tx2">
                  <a:lumMod val="50000"/>
                  <a:lumOff val="50000"/>
                </a:schemeClr>
              </a:gs>
              <a:gs pos="100000">
                <a:srgbClr val="F6FBFF"/>
              </a:gs>
            </a:gsLst>
            <a:lin ang="21552750" scaled="1"/>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B905DA83-BC66-611E-BB32-97753BF74C9D}"/>
              </a:ext>
            </a:extLst>
          </p:cNvPr>
          <p:cNvSpPr txBox="1"/>
          <p:nvPr/>
        </p:nvSpPr>
        <p:spPr>
          <a:xfrm>
            <a:off x="4361863" y="594363"/>
            <a:ext cx="3468273" cy="400110"/>
          </a:xfrm>
          <a:prstGeom prst="rect">
            <a:avLst/>
          </a:prstGeom>
          <a:noFill/>
        </p:spPr>
        <p:txBody>
          <a:bodyPr wrap="square">
            <a:spAutoFit/>
          </a:bodyPr>
          <a:lstStyle/>
          <a:p>
            <a:pPr algn="ctr">
              <a:buNone/>
            </a:pPr>
            <a:r>
              <a:rPr lang="en-US" sz="2000" b="1" dirty="0">
                <a:effectLst/>
                <a:latin typeface="Aptos" panose="020B0004020202020204" pitchFamily="34" charset="0"/>
              </a:rPr>
              <a:t>Members</a:t>
            </a:r>
          </a:p>
        </p:txBody>
      </p:sp>
      <p:sp>
        <p:nvSpPr>
          <p:cNvPr id="58" name="Rectangle 57">
            <a:extLst>
              <a:ext uri="{FF2B5EF4-FFF2-40B4-BE49-F238E27FC236}">
                <a16:creationId xmlns:a16="http://schemas.microsoft.com/office/drawing/2014/main" id="{822F7ACB-4EC4-330F-62AA-7F8C07255DD3}"/>
              </a:ext>
            </a:extLst>
          </p:cNvPr>
          <p:cNvSpPr/>
          <p:nvPr/>
        </p:nvSpPr>
        <p:spPr>
          <a:xfrm>
            <a:off x="245464" y="5361529"/>
            <a:ext cx="11633982" cy="339043"/>
          </a:xfrm>
          <a:prstGeom prst="rect">
            <a:avLst/>
          </a:prstGeom>
          <a:gradFill>
            <a:gsLst>
              <a:gs pos="0">
                <a:srgbClr val="F6FBFF"/>
              </a:gs>
              <a:gs pos="79000">
                <a:srgbClr val="7B93AA"/>
              </a:gs>
              <a:gs pos="21000">
                <a:srgbClr val="7B93AA"/>
              </a:gs>
              <a:gs pos="51000">
                <a:srgbClr val="163E64"/>
              </a:gs>
              <a:gs pos="100000">
                <a:srgbClr val="F6FBFF"/>
              </a:gs>
            </a:gsLst>
            <a:lin ang="21552750" scaled="1"/>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C6AE36AE-3555-CBCE-D697-72836633809A}"/>
              </a:ext>
            </a:extLst>
          </p:cNvPr>
          <p:cNvSpPr txBox="1"/>
          <p:nvPr/>
        </p:nvSpPr>
        <p:spPr>
          <a:xfrm>
            <a:off x="4361862" y="1100905"/>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Premier Members</a:t>
            </a:r>
          </a:p>
        </p:txBody>
      </p:sp>
      <p:sp>
        <p:nvSpPr>
          <p:cNvPr id="39" name="TextBox 38">
            <a:extLst>
              <a:ext uri="{FF2B5EF4-FFF2-40B4-BE49-F238E27FC236}">
                <a16:creationId xmlns:a16="http://schemas.microsoft.com/office/drawing/2014/main" id="{567F6794-0B05-8CB3-BB13-389AE72A8D61}"/>
              </a:ext>
            </a:extLst>
          </p:cNvPr>
          <p:cNvSpPr txBox="1"/>
          <p:nvPr/>
        </p:nvSpPr>
        <p:spPr>
          <a:xfrm>
            <a:off x="4361861" y="2708686"/>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General Members</a:t>
            </a:r>
          </a:p>
        </p:txBody>
      </p:sp>
      <p:sp>
        <p:nvSpPr>
          <p:cNvPr id="6" name="TextBox 5">
            <a:extLst>
              <a:ext uri="{FF2B5EF4-FFF2-40B4-BE49-F238E27FC236}">
                <a16:creationId xmlns:a16="http://schemas.microsoft.com/office/drawing/2014/main" id="{C340B828-7A3B-C524-8A71-F04357D823A0}"/>
              </a:ext>
            </a:extLst>
          </p:cNvPr>
          <p:cNvSpPr txBox="1"/>
          <p:nvPr/>
        </p:nvSpPr>
        <p:spPr>
          <a:xfrm>
            <a:off x="4361861" y="5349068"/>
            <a:ext cx="3468273" cy="369332"/>
          </a:xfrm>
          <a:prstGeom prst="rect">
            <a:avLst/>
          </a:prstGeom>
          <a:noFill/>
        </p:spPr>
        <p:txBody>
          <a:bodyPr wrap="square">
            <a:spAutoFit/>
          </a:bodyPr>
          <a:lstStyle/>
          <a:p>
            <a:pPr algn="ctr">
              <a:buNone/>
            </a:pPr>
            <a:r>
              <a:rPr lang="en-US" b="1" dirty="0">
                <a:solidFill>
                  <a:schemeClr val="bg1">
                    <a:lumMod val="95000"/>
                  </a:schemeClr>
                </a:solidFill>
                <a:effectLst/>
                <a:latin typeface="Aptos" panose="020B0004020202020204" pitchFamily="34" charset="0"/>
              </a:rPr>
              <a:t>Associate Members</a:t>
            </a:r>
          </a:p>
        </p:txBody>
      </p:sp>
      <p:pic>
        <p:nvPicPr>
          <p:cNvPr id="7" name="Graphic 6">
            <a:extLst>
              <a:ext uri="{FF2B5EF4-FFF2-40B4-BE49-F238E27FC236}">
                <a16:creationId xmlns:a16="http://schemas.microsoft.com/office/drawing/2014/main" id="{27C42294-75CA-ACF3-9B4C-BBD004C7B674}"/>
              </a:ext>
            </a:extLst>
          </p:cNvPr>
          <p:cNvPicPr>
            <a:picLocks noChangeAspect="1"/>
          </p:cNvPicPr>
          <p:nvPr/>
        </p:nvPicPr>
        <p:blipFill>
          <a:blip r:embed="rId3"/>
          <a:srcRect/>
          <a:stretch/>
        </p:blipFill>
        <p:spPr>
          <a:xfrm>
            <a:off x="4158876" y="1926586"/>
            <a:ext cx="847404" cy="418572"/>
          </a:xfrm>
          <a:prstGeom prst="rect">
            <a:avLst/>
          </a:prstGeom>
        </p:spPr>
      </p:pic>
      <p:pic>
        <p:nvPicPr>
          <p:cNvPr id="9" name="Graphic 8">
            <a:extLst>
              <a:ext uri="{FF2B5EF4-FFF2-40B4-BE49-F238E27FC236}">
                <a16:creationId xmlns:a16="http://schemas.microsoft.com/office/drawing/2014/main" id="{D443124C-666F-94A2-D54D-B94B82C38F6E}"/>
              </a:ext>
            </a:extLst>
          </p:cNvPr>
          <p:cNvPicPr>
            <a:picLocks noChangeAspect="1"/>
          </p:cNvPicPr>
          <p:nvPr/>
        </p:nvPicPr>
        <p:blipFill>
          <a:blip r:embed="rId4"/>
          <a:srcRect/>
          <a:stretch/>
        </p:blipFill>
        <p:spPr>
          <a:xfrm>
            <a:off x="5677360" y="1788477"/>
            <a:ext cx="1873130" cy="634748"/>
          </a:xfrm>
          <a:prstGeom prst="rect">
            <a:avLst/>
          </a:prstGeom>
        </p:spPr>
      </p:pic>
      <p:pic>
        <p:nvPicPr>
          <p:cNvPr id="12" name="Graphic 11">
            <a:extLst>
              <a:ext uri="{FF2B5EF4-FFF2-40B4-BE49-F238E27FC236}">
                <a16:creationId xmlns:a16="http://schemas.microsoft.com/office/drawing/2014/main" id="{DBC0358E-1A7A-9D84-29B9-39B47AD6E59B}"/>
              </a:ext>
            </a:extLst>
          </p:cNvPr>
          <p:cNvPicPr>
            <a:picLocks noChangeAspect="1"/>
          </p:cNvPicPr>
          <p:nvPr/>
        </p:nvPicPr>
        <p:blipFill>
          <a:blip r:embed="rId5"/>
          <a:srcRect/>
          <a:stretch/>
        </p:blipFill>
        <p:spPr>
          <a:xfrm>
            <a:off x="8200925" y="1918546"/>
            <a:ext cx="1994175" cy="443150"/>
          </a:xfrm>
          <a:prstGeom prst="rect">
            <a:avLst/>
          </a:prstGeom>
        </p:spPr>
      </p:pic>
      <p:pic>
        <p:nvPicPr>
          <p:cNvPr id="18" name="Graphic 17">
            <a:extLst>
              <a:ext uri="{FF2B5EF4-FFF2-40B4-BE49-F238E27FC236}">
                <a16:creationId xmlns:a16="http://schemas.microsoft.com/office/drawing/2014/main" id="{7FB9B600-0A3E-412E-6C37-B877F718C116}"/>
              </a:ext>
            </a:extLst>
          </p:cNvPr>
          <p:cNvPicPr>
            <a:picLocks noChangeAspect="1"/>
          </p:cNvPicPr>
          <p:nvPr/>
        </p:nvPicPr>
        <p:blipFill>
          <a:blip r:embed="rId6"/>
          <a:srcRect/>
          <a:stretch/>
        </p:blipFill>
        <p:spPr>
          <a:xfrm>
            <a:off x="2225891" y="1838072"/>
            <a:ext cx="1259122" cy="581133"/>
          </a:xfrm>
          <a:prstGeom prst="rect">
            <a:avLst/>
          </a:prstGeom>
        </p:spPr>
      </p:pic>
      <p:pic>
        <p:nvPicPr>
          <p:cNvPr id="21" name="Graphic 20">
            <a:extLst>
              <a:ext uri="{FF2B5EF4-FFF2-40B4-BE49-F238E27FC236}">
                <a16:creationId xmlns:a16="http://schemas.microsoft.com/office/drawing/2014/main" id="{C0D70158-30AF-3998-F001-DD446A5378FD}"/>
              </a:ext>
            </a:extLst>
          </p:cNvPr>
          <p:cNvPicPr>
            <a:picLocks noChangeAspect="1"/>
          </p:cNvPicPr>
          <p:nvPr/>
        </p:nvPicPr>
        <p:blipFill>
          <a:blip r:embed="rId7"/>
          <a:srcRect/>
          <a:stretch/>
        </p:blipFill>
        <p:spPr>
          <a:xfrm>
            <a:off x="1093192" y="3439502"/>
            <a:ext cx="1704985" cy="365592"/>
          </a:xfrm>
          <a:prstGeom prst="rect">
            <a:avLst/>
          </a:prstGeom>
        </p:spPr>
      </p:pic>
      <p:pic>
        <p:nvPicPr>
          <p:cNvPr id="23" name="Graphic 22">
            <a:extLst>
              <a:ext uri="{FF2B5EF4-FFF2-40B4-BE49-F238E27FC236}">
                <a16:creationId xmlns:a16="http://schemas.microsoft.com/office/drawing/2014/main" id="{5DBC520C-5093-FFED-4EB2-6B654D4E804E}"/>
              </a:ext>
            </a:extLst>
          </p:cNvPr>
          <p:cNvPicPr>
            <a:picLocks noChangeAspect="1"/>
          </p:cNvPicPr>
          <p:nvPr/>
        </p:nvPicPr>
        <p:blipFill>
          <a:blip r:embed="rId8"/>
          <a:srcRect/>
          <a:stretch/>
        </p:blipFill>
        <p:spPr>
          <a:xfrm>
            <a:off x="7215444" y="3443946"/>
            <a:ext cx="1546066" cy="349641"/>
          </a:xfrm>
          <a:prstGeom prst="rect">
            <a:avLst/>
          </a:prstGeom>
        </p:spPr>
      </p:pic>
      <p:pic>
        <p:nvPicPr>
          <p:cNvPr id="27" name="Graphic 26">
            <a:extLst>
              <a:ext uri="{FF2B5EF4-FFF2-40B4-BE49-F238E27FC236}">
                <a16:creationId xmlns:a16="http://schemas.microsoft.com/office/drawing/2014/main" id="{93EC5106-C13E-1A97-D0E9-7DF45F9A631D}"/>
              </a:ext>
            </a:extLst>
          </p:cNvPr>
          <p:cNvPicPr>
            <a:picLocks noChangeAspect="1"/>
          </p:cNvPicPr>
          <p:nvPr/>
        </p:nvPicPr>
        <p:blipFill>
          <a:blip r:embed="rId9"/>
          <a:srcRect/>
          <a:stretch/>
        </p:blipFill>
        <p:spPr>
          <a:xfrm>
            <a:off x="9393817" y="3449011"/>
            <a:ext cx="1148586" cy="344576"/>
          </a:xfrm>
          <a:prstGeom prst="rect">
            <a:avLst/>
          </a:prstGeom>
        </p:spPr>
      </p:pic>
      <p:pic>
        <p:nvPicPr>
          <p:cNvPr id="34" name="Graphic 33">
            <a:extLst>
              <a:ext uri="{FF2B5EF4-FFF2-40B4-BE49-F238E27FC236}">
                <a16:creationId xmlns:a16="http://schemas.microsoft.com/office/drawing/2014/main" id="{CBF6991F-5648-44F1-DC25-D6E77ACBF125}"/>
              </a:ext>
            </a:extLst>
          </p:cNvPr>
          <p:cNvPicPr>
            <a:picLocks noChangeAspect="1"/>
          </p:cNvPicPr>
          <p:nvPr/>
        </p:nvPicPr>
        <p:blipFill>
          <a:blip r:embed="rId10"/>
          <a:srcRect/>
          <a:stretch/>
        </p:blipFill>
        <p:spPr>
          <a:xfrm>
            <a:off x="1335806" y="4072383"/>
            <a:ext cx="1516963" cy="362641"/>
          </a:xfrm>
          <a:prstGeom prst="rect">
            <a:avLst/>
          </a:prstGeom>
        </p:spPr>
      </p:pic>
      <p:pic>
        <p:nvPicPr>
          <p:cNvPr id="36" name="Graphic 35">
            <a:extLst>
              <a:ext uri="{FF2B5EF4-FFF2-40B4-BE49-F238E27FC236}">
                <a16:creationId xmlns:a16="http://schemas.microsoft.com/office/drawing/2014/main" id="{8D27CDC8-7DB5-9C69-39DD-03FD0A67ED47}"/>
              </a:ext>
            </a:extLst>
          </p:cNvPr>
          <p:cNvPicPr>
            <a:picLocks noChangeAspect="1"/>
          </p:cNvPicPr>
          <p:nvPr/>
        </p:nvPicPr>
        <p:blipFill>
          <a:blip r:embed="rId11"/>
          <a:srcRect/>
          <a:stretch/>
        </p:blipFill>
        <p:spPr>
          <a:xfrm>
            <a:off x="8371713" y="4691352"/>
            <a:ext cx="1344239" cy="422736"/>
          </a:xfrm>
          <a:prstGeom prst="rect">
            <a:avLst/>
          </a:prstGeom>
        </p:spPr>
      </p:pic>
      <p:pic>
        <p:nvPicPr>
          <p:cNvPr id="41" name="Graphic 40">
            <a:extLst>
              <a:ext uri="{FF2B5EF4-FFF2-40B4-BE49-F238E27FC236}">
                <a16:creationId xmlns:a16="http://schemas.microsoft.com/office/drawing/2014/main" id="{725FBF59-8C7E-39E5-3955-8E3A64498C5F}"/>
              </a:ext>
            </a:extLst>
          </p:cNvPr>
          <p:cNvPicPr>
            <a:picLocks noChangeAspect="1"/>
          </p:cNvPicPr>
          <p:nvPr/>
        </p:nvPicPr>
        <p:blipFill>
          <a:blip r:embed="rId12"/>
          <a:srcRect/>
          <a:stretch/>
        </p:blipFill>
        <p:spPr>
          <a:xfrm>
            <a:off x="7204735" y="4033258"/>
            <a:ext cx="1298831" cy="409156"/>
          </a:xfrm>
          <a:prstGeom prst="rect">
            <a:avLst/>
          </a:prstGeom>
        </p:spPr>
      </p:pic>
      <p:pic>
        <p:nvPicPr>
          <p:cNvPr id="43" name="Graphic 42">
            <a:extLst>
              <a:ext uri="{FF2B5EF4-FFF2-40B4-BE49-F238E27FC236}">
                <a16:creationId xmlns:a16="http://schemas.microsoft.com/office/drawing/2014/main" id="{BFC9F945-2928-BA76-669F-C6B73AAFD37C}"/>
              </a:ext>
            </a:extLst>
          </p:cNvPr>
          <p:cNvPicPr>
            <a:picLocks noChangeAspect="1"/>
          </p:cNvPicPr>
          <p:nvPr/>
        </p:nvPicPr>
        <p:blipFill>
          <a:blip r:embed="rId13"/>
          <a:srcRect/>
          <a:stretch/>
        </p:blipFill>
        <p:spPr>
          <a:xfrm>
            <a:off x="5322474" y="4096342"/>
            <a:ext cx="1549180" cy="334822"/>
          </a:xfrm>
          <a:prstGeom prst="rect">
            <a:avLst/>
          </a:prstGeom>
        </p:spPr>
      </p:pic>
      <p:pic>
        <p:nvPicPr>
          <p:cNvPr id="46" name="Graphic 45">
            <a:extLst>
              <a:ext uri="{FF2B5EF4-FFF2-40B4-BE49-F238E27FC236}">
                <a16:creationId xmlns:a16="http://schemas.microsoft.com/office/drawing/2014/main" id="{795A591D-C397-42DE-A6C3-60460AD1EE4D}"/>
              </a:ext>
            </a:extLst>
          </p:cNvPr>
          <p:cNvPicPr>
            <a:picLocks noChangeAspect="1"/>
          </p:cNvPicPr>
          <p:nvPr/>
        </p:nvPicPr>
        <p:blipFill>
          <a:blip r:embed="rId14"/>
          <a:srcRect/>
          <a:stretch/>
        </p:blipFill>
        <p:spPr>
          <a:xfrm>
            <a:off x="1788351" y="4637405"/>
            <a:ext cx="1329805" cy="600404"/>
          </a:xfrm>
          <a:prstGeom prst="rect">
            <a:avLst/>
          </a:prstGeom>
        </p:spPr>
      </p:pic>
      <p:pic>
        <p:nvPicPr>
          <p:cNvPr id="48" name="Graphic 47">
            <a:extLst>
              <a:ext uri="{FF2B5EF4-FFF2-40B4-BE49-F238E27FC236}">
                <a16:creationId xmlns:a16="http://schemas.microsoft.com/office/drawing/2014/main" id="{F07B402E-4891-B673-5FAD-B981AE6EB865}"/>
              </a:ext>
            </a:extLst>
          </p:cNvPr>
          <p:cNvPicPr>
            <a:picLocks noChangeAspect="1"/>
          </p:cNvPicPr>
          <p:nvPr/>
        </p:nvPicPr>
        <p:blipFill>
          <a:blip r:embed="rId15"/>
          <a:srcRect/>
          <a:stretch/>
        </p:blipFill>
        <p:spPr>
          <a:xfrm>
            <a:off x="3161814" y="3492701"/>
            <a:ext cx="1817383" cy="253740"/>
          </a:xfrm>
          <a:prstGeom prst="rect">
            <a:avLst/>
          </a:prstGeom>
        </p:spPr>
      </p:pic>
      <p:pic>
        <p:nvPicPr>
          <p:cNvPr id="51" name="Graphic 50">
            <a:extLst>
              <a:ext uri="{FF2B5EF4-FFF2-40B4-BE49-F238E27FC236}">
                <a16:creationId xmlns:a16="http://schemas.microsoft.com/office/drawing/2014/main" id="{628947EE-53F1-E6DE-10F7-8A05BEAA6FCC}"/>
              </a:ext>
            </a:extLst>
          </p:cNvPr>
          <p:cNvPicPr>
            <a:picLocks noChangeAspect="1"/>
          </p:cNvPicPr>
          <p:nvPr/>
        </p:nvPicPr>
        <p:blipFill>
          <a:blip r:embed="rId16"/>
          <a:srcRect/>
          <a:stretch/>
        </p:blipFill>
        <p:spPr>
          <a:xfrm>
            <a:off x="5628102" y="4777564"/>
            <a:ext cx="1329805" cy="305362"/>
          </a:xfrm>
          <a:prstGeom prst="rect">
            <a:avLst/>
          </a:prstGeom>
        </p:spPr>
      </p:pic>
      <p:pic>
        <p:nvPicPr>
          <p:cNvPr id="53" name="Graphic 52">
            <a:extLst>
              <a:ext uri="{FF2B5EF4-FFF2-40B4-BE49-F238E27FC236}">
                <a16:creationId xmlns:a16="http://schemas.microsoft.com/office/drawing/2014/main" id="{D9207E64-95E2-307E-93A7-5C58CF6818FB}"/>
              </a:ext>
            </a:extLst>
          </p:cNvPr>
          <p:cNvPicPr>
            <a:picLocks noChangeAspect="1"/>
          </p:cNvPicPr>
          <p:nvPr/>
        </p:nvPicPr>
        <p:blipFill>
          <a:blip r:embed="rId17"/>
          <a:srcRect/>
          <a:stretch/>
        </p:blipFill>
        <p:spPr>
          <a:xfrm>
            <a:off x="3439590" y="4801240"/>
            <a:ext cx="1807172" cy="318164"/>
          </a:xfrm>
          <a:prstGeom prst="rect">
            <a:avLst/>
          </a:prstGeom>
        </p:spPr>
      </p:pic>
      <p:pic>
        <p:nvPicPr>
          <p:cNvPr id="61" name="Graphic 60">
            <a:extLst>
              <a:ext uri="{FF2B5EF4-FFF2-40B4-BE49-F238E27FC236}">
                <a16:creationId xmlns:a16="http://schemas.microsoft.com/office/drawing/2014/main" id="{8B766B83-552F-94D0-E29D-94F855A6E565}"/>
              </a:ext>
            </a:extLst>
          </p:cNvPr>
          <p:cNvPicPr>
            <a:picLocks noChangeAspect="1"/>
          </p:cNvPicPr>
          <p:nvPr/>
        </p:nvPicPr>
        <p:blipFill>
          <a:blip r:embed="rId18"/>
          <a:srcRect/>
          <a:stretch/>
        </p:blipFill>
        <p:spPr>
          <a:xfrm>
            <a:off x="7133594" y="6057243"/>
            <a:ext cx="1363467" cy="277315"/>
          </a:xfrm>
          <a:prstGeom prst="rect">
            <a:avLst/>
          </a:prstGeom>
        </p:spPr>
      </p:pic>
      <p:pic>
        <p:nvPicPr>
          <p:cNvPr id="64" name="Graphic 63">
            <a:extLst>
              <a:ext uri="{FF2B5EF4-FFF2-40B4-BE49-F238E27FC236}">
                <a16:creationId xmlns:a16="http://schemas.microsoft.com/office/drawing/2014/main" id="{38F0FFB7-73D1-77EE-804D-AE42A8D3BEEF}"/>
              </a:ext>
            </a:extLst>
          </p:cNvPr>
          <p:cNvPicPr>
            <a:picLocks noChangeAspect="1"/>
          </p:cNvPicPr>
          <p:nvPr/>
        </p:nvPicPr>
        <p:blipFill>
          <a:blip r:embed="rId19"/>
          <a:srcRect/>
          <a:stretch/>
        </p:blipFill>
        <p:spPr>
          <a:xfrm>
            <a:off x="5581174" y="6035450"/>
            <a:ext cx="1039270" cy="328836"/>
          </a:xfrm>
          <a:prstGeom prst="rect">
            <a:avLst/>
          </a:prstGeom>
        </p:spPr>
      </p:pic>
      <p:pic>
        <p:nvPicPr>
          <p:cNvPr id="67" name="Graphic 66">
            <a:extLst>
              <a:ext uri="{FF2B5EF4-FFF2-40B4-BE49-F238E27FC236}">
                <a16:creationId xmlns:a16="http://schemas.microsoft.com/office/drawing/2014/main" id="{4F84346C-38EE-3D1A-E30F-29272E12BDF2}"/>
              </a:ext>
            </a:extLst>
          </p:cNvPr>
          <p:cNvPicPr>
            <a:picLocks noChangeAspect="1"/>
          </p:cNvPicPr>
          <p:nvPr/>
        </p:nvPicPr>
        <p:blipFill>
          <a:blip r:embed="rId20"/>
          <a:srcRect/>
          <a:stretch/>
        </p:blipFill>
        <p:spPr>
          <a:xfrm>
            <a:off x="3771082" y="6019858"/>
            <a:ext cx="1280852" cy="358773"/>
          </a:xfrm>
          <a:prstGeom prst="rect">
            <a:avLst/>
          </a:prstGeom>
        </p:spPr>
      </p:pic>
      <p:pic>
        <p:nvPicPr>
          <p:cNvPr id="4" name="Graphic 3">
            <a:extLst>
              <a:ext uri="{FF2B5EF4-FFF2-40B4-BE49-F238E27FC236}">
                <a16:creationId xmlns:a16="http://schemas.microsoft.com/office/drawing/2014/main" id="{98E9F0BF-932E-6534-D878-24FE815CC46E}"/>
              </a:ext>
            </a:extLst>
          </p:cNvPr>
          <p:cNvPicPr>
            <a:picLocks noChangeAspect="1"/>
          </p:cNvPicPr>
          <p:nvPr/>
        </p:nvPicPr>
        <p:blipFill>
          <a:blip r:embed="rId21"/>
          <a:srcRect/>
          <a:stretch/>
        </p:blipFill>
        <p:spPr>
          <a:xfrm>
            <a:off x="5388430" y="3477247"/>
            <a:ext cx="1415134" cy="283770"/>
          </a:xfrm>
          <a:prstGeom prst="rect">
            <a:avLst/>
          </a:prstGeom>
        </p:spPr>
      </p:pic>
      <p:pic>
        <p:nvPicPr>
          <p:cNvPr id="5" name="Picture 4">
            <a:extLst>
              <a:ext uri="{FF2B5EF4-FFF2-40B4-BE49-F238E27FC236}">
                <a16:creationId xmlns:a16="http://schemas.microsoft.com/office/drawing/2014/main" id="{C60FA2A3-0EC0-1200-9D29-481A31A9EB84}"/>
              </a:ext>
            </a:extLst>
          </p:cNvPr>
          <p:cNvPicPr>
            <a:picLocks noChangeAspect="1"/>
          </p:cNvPicPr>
          <p:nvPr/>
        </p:nvPicPr>
        <p:blipFill>
          <a:blip r:embed="rId22"/>
          <a:stretch>
            <a:fillRect/>
          </a:stretch>
        </p:blipFill>
        <p:spPr>
          <a:xfrm>
            <a:off x="3380223" y="4113625"/>
            <a:ext cx="1516170" cy="285347"/>
          </a:xfrm>
          <a:prstGeom prst="rect">
            <a:avLst/>
          </a:prstGeom>
        </p:spPr>
      </p:pic>
      <p:pic>
        <p:nvPicPr>
          <p:cNvPr id="8" name="Picture 7">
            <a:extLst>
              <a:ext uri="{FF2B5EF4-FFF2-40B4-BE49-F238E27FC236}">
                <a16:creationId xmlns:a16="http://schemas.microsoft.com/office/drawing/2014/main" id="{FFC216AA-C81C-2911-59DE-3307F26AD7B1}"/>
              </a:ext>
            </a:extLst>
          </p:cNvPr>
          <p:cNvPicPr>
            <a:picLocks noChangeAspect="1"/>
          </p:cNvPicPr>
          <p:nvPr/>
        </p:nvPicPr>
        <p:blipFill>
          <a:blip r:embed="rId23"/>
          <a:stretch>
            <a:fillRect/>
          </a:stretch>
        </p:blipFill>
        <p:spPr>
          <a:xfrm>
            <a:off x="7406803" y="4747739"/>
            <a:ext cx="509380" cy="324151"/>
          </a:xfrm>
          <a:prstGeom prst="rect">
            <a:avLst/>
          </a:prstGeom>
        </p:spPr>
      </p:pic>
      <p:pic>
        <p:nvPicPr>
          <p:cNvPr id="3" name="Picture 2">
            <a:extLst>
              <a:ext uri="{FF2B5EF4-FFF2-40B4-BE49-F238E27FC236}">
                <a16:creationId xmlns:a16="http://schemas.microsoft.com/office/drawing/2014/main" id="{AA59B301-6A68-2D87-3402-0FCB75389035}"/>
              </a:ext>
            </a:extLst>
          </p:cNvPr>
          <p:cNvPicPr>
            <a:picLocks noChangeAspect="1"/>
          </p:cNvPicPr>
          <p:nvPr/>
        </p:nvPicPr>
        <p:blipFill>
          <a:blip r:embed="rId24"/>
          <a:stretch>
            <a:fillRect/>
          </a:stretch>
        </p:blipFill>
        <p:spPr>
          <a:xfrm>
            <a:off x="8905554" y="4129819"/>
            <a:ext cx="1303057" cy="242247"/>
          </a:xfrm>
          <a:prstGeom prst="rect">
            <a:avLst/>
          </a:prstGeom>
        </p:spPr>
      </p:pic>
    </p:spTree>
    <p:extLst>
      <p:ext uri="{BB962C8B-B14F-4D97-AF65-F5344CB8AC3E}">
        <p14:creationId xmlns:p14="http://schemas.microsoft.com/office/powerpoint/2010/main" val="34035411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ounded Rectangle 28">
            <a:extLst>
              <a:ext uri="{FF2B5EF4-FFF2-40B4-BE49-F238E27FC236}">
                <a16:creationId xmlns:a16="http://schemas.microsoft.com/office/drawing/2014/main" id="{418E899A-0EC7-1A7A-BE8E-98B0D1848A21}"/>
              </a:ext>
            </a:extLst>
          </p:cNvPr>
          <p:cNvSpPr/>
          <p:nvPr/>
        </p:nvSpPr>
        <p:spPr>
          <a:xfrm>
            <a:off x="202474" y="3325385"/>
            <a:ext cx="4572698" cy="2630226"/>
          </a:xfrm>
          <a:prstGeom prst="roundRect">
            <a:avLst>
              <a:gd name="adj" fmla="val 1577"/>
            </a:avLst>
          </a:prstGeom>
          <a:gradFill>
            <a:gsLst>
              <a:gs pos="0">
                <a:srgbClr val="DDEBF8"/>
              </a:gs>
              <a:gs pos="100000">
                <a:srgbClr val="CFE3F5"/>
              </a:gs>
              <a:gs pos="100000">
                <a:srgbClr val="A6CAED"/>
              </a:gs>
            </a:gsLst>
            <a:lin ang="5400000" scaled="1"/>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a:extLst>
              <a:ext uri="{FF2B5EF4-FFF2-40B4-BE49-F238E27FC236}">
                <a16:creationId xmlns:a16="http://schemas.microsoft.com/office/drawing/2014/main" id="{FF109452-562D-591A-7E53-D24D9077C92F}"/>
              </a:ext>
            </a:extLst>
          </p:cNvPr>
          <p:cNvSpPr/>
          <p:nvPr/>
        </p:nvSpPr>
        <p:spPr>
          <a:xfrm>
            <a:off x="5011732" y="3328146"/>
            <a:ext cx="3377888" cy="2878186"/>
          </a:xfrm>
          <a:prstGeom prst="roundRect">
            <a:avLst>
              <a:gd name="adj" fmla="val 1602"/>
            </a:avLst>
          </a:prstGeom>
          <a:gradFill>
            <a:gsLst>
              <a:gs pos="86000">
                <a:srgbClr val="DDEBF8"/>
              </a:gs>
              <a:gs pos="0">
                <a:srgbClr val="DDEBF8"/>
              </a:gs>
              <a:gs pos="100000">
                <a:srgbClr val="CFE3F5"/>
              </a:gs>
              <a:gs pos="100000">
                <a:srgbClr val="A6CAED"/>
              </a:gs>
            </a:gsLst>
            <a:lin ang="5400000" scaled="1"/>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a:extLst>
              <a:ext uri="{FF2B5EF4-FFF2-40B4-BE49-F238E27FC236}">
                <a16:creationId xmlns:a16="http://schemas.microsoft.com/office/drawing/2014/main" id="{450F9970-BF84-5F24-9286-8C474C48773D}"/>
              </a:ext>
            </a:extLst>
          </p:cNvPr>
          <p:cNvSpPr/>
          <p:nvPr/>
        </p:nvSpPr>
        <p:spPr>
          <a:xfrm>
            <a:off x="8608230" y="3328146"/>
            <a:ext cx="3377888" cy="923337"/>
          </a:xfrm>
          <a:prstGeom prst="roundRect">
            <a:avLst>
              <a:gd name="adj" fmla="val 1602"/>
            </a:avLst>
          </a:prstGeom>
          <a:gradFill>
            <a:gsLst>
              <a:gs pos="86000">
                <a:srgbClr val="DDEBF8"/>
              </a:gs>
              <a:gs pos="0">
                <a:srgbClr val="DDEBF8"/>
              </a:gs>
              <a:gs pos="100000">
                <a:srgbClr val="CFE3F5"/>
              </a:gs>
              <a:gs pos="100000">
                <a:srgbClr val="A6CAED"/>
              </a:gs>
            </a:gsLst>
            <a:lin ang="5400000" scaled="1"/>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a:extLst>
              <a:ext uri="{FF2B5EF4-FFF2-40B4-BE49-F238E27FC236}">
                <a16:creationId xmlns:a16="http://schemas.microsoft.com/office/drawing/2014/main" id="{C9C72C0D-EC04-F8C5-A35B-9FEEE4C943A1}"/>
              </a:ext>
            </a:extLst>
          </p:cNvPr>
          <p:cNvSpPr/>
          <p:nvPr/>
        </p:nvSpPr>
        <p:spPr>
          <a:xfrm>
            <a:off x="4289705" y="793141"/>
            <a:ext cx="3619504" cy="1976683"/>
          </a:xfrm>
          <a:prstGeom prst="roundRect">
            <a:avLst>
              <a:gd name="adj" fmla="val 185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16F164B3-C8F9-1172-137E-DEFE9F81FEEE}"/>
              </a:ext>
            </a:extLst>
          </p:cNvPr>
          <p:cNvSpPr/>
          <p:nvPr/>
        </p:nvSpPr>
        <p:spPr>
          <a:xfrm>
            <a:off x="268800" y="5531538"/>
            <a:ext cx="831084" cy="1116814"/>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5C5E1C97-6034-1A12-FCB2-ABCEFA5724F1}"/>
              </a:ext>
            </a:extLst>
          </p:cNvPr>
          <p:cNvSpPr/>
          <p:nvPr/>
        </p:nvSpPr>
        <p:spPr>
          <a:xfrm>
            <a:off x="1172953" y="5531537"/>
            <a:ext cx="831084" cy="1116814"/>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45A25E4C-180D-9359-8BD1-0146580E7261}"/>
              </a:ext>
            </a:extLst>
          </p:cNvPr>
          <p:cNvSpPr/>
          <p:nvPr/>
        </p:nvSpPr>
        <p:spPr>
          <a:xfrm>
            <a:off x="2077106" y="5531537"/>
            <a:ext cx="831084" cy="1116814"/>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FB6030BE-BE73-3821-D4E6-7421CDD85D37}"/>
              </a:ext>
            </a:extLst>
          </p:cNvPr>
          <p:cNvSpPr/>
          <p:nvPr/>
        </p:nvSpPr>
        <p:spPr>
          <a:xfrm>
            <a:off x="2981259" y="5531536"/>
            <a:ext cx="831084" cy="1116814"/>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4EB9E516-F79A-4402-A437-ADB08131129C}"/>
              </a:ext>
            </a:extLst>
          </p:cNvPr>
          <p:cNvSpPr/>
          <p:nvPr/>
        </p:nvSpPr>
        <p:spPr>
          <a:xfrm>
            <a:off x="3885412" y="5531536"/>
            <a:ext cx="831084" cy="1116814"/>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5D5B1AA5-7E59-7738-9E29-73359B137F98}"/>
              </a:ext>
            </a:extLst>
          </p:cNvPr>
          <p:cNvSpPr/>
          <p:nvPr/>
        </p:nvSpPr>
        <p:spPr>
          <a:xfrm>
            <a:off x="316299" y="5876548"/>
            <a:ext cx="4348943" cy="659568"/>
          </a:xfrm>
          <a:prstGeom prst="roundRect">
            <a:avLst>
              <a:gd name="adj" fmla="val 6003"/>
            </a:avLst>
          </a:prstGeom>
          <a:solidFill>
            <a:srgbClr val="163E64">
              <a:alpha val="908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Developer Communities</a:t>
            </a:r>
          </a:p>
        </p:txBody>
      </p:sp>
      <p:sp>
        <p:nvSpPr>
          <p:cNvPr id="4" name="Rounded Rectangle 3">
            <a:extLst>
              <a:ext uri="{FF2B5EF4-FFF2-40B4-BE49-F238E27FC236}">
                <a16:creationId xmlns:a16="http://schemas.microsoft.com/office/drawing/2014/main" id="{AA5CE0AF-35CB-50E0-97DF-81943C30D33C}"/>
              </a:ext>
            </a:extLst>
          </p:cNvPr>
          <p:cNvSpPr/>
          <p:nvPr/>
        </p:nvSpPr>
        <p:spPr>
          <a:xfrm>
            <a:off x="4362156" y="863328"/>
            <a:ext cx="3467687" cy="659568"/>
          </a:xfrm>
          <a:prstGeom prst="roundRect">
            <a:avLst>
              <a:gd name="adj" fmla="val 6003"/>
            </a:avLst>
          </a:prstGeom>
          <a:solidFill>
            <a:srgbClr val="4F95D9">
              <a:alpha val="908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Governing Board (GB)</a:t>
            </a:r>
          </a:p>
        </p:txBody>
      </p:sp>
      <p:sp>
        <p:nvSpPr>
          <p:cNvPr id="6" name="TextBox 5">
            <a:extLst>
              <a:ext uri="{FF2B5EF4-FFF2-40B4-BE49-F238E27FC236}">
                <a16:creationId xmlns:a16="http://schemas.microsoft.com/office/drawing/2014/main" id="{98A435DD-08A4-82F9-7ADB-45DAD3524671}"/>
              </a:ext>
            </a:extLst>
          </p:cNvPr>
          <p:cNvSpPr txBox="1"/>
          <p:nvPr/>
        </p:nvSpPr>
        <p:spPr>
          <a:xfrm>
            <a:off x="4362156" y="1541750"/>
            <a:ext cx="3467687" cy="1200329"/>
          </a:xfrm>
          <a:prstGeom prst="rect">
            <a:avLst/>
          </a:prstGeom>
          <a:noFill/>
        </p:spPr>
        <p:txBody>
          <a:bodyPr wrap="square" rtlCol="0">
            <a:spAutoFit/>
          </a:bodyPr>
          <a:lstStyle/>
          <a:p>
            <a:pPr marL="285750" indent="-285750">
              <a:buFont typeface="Arial" panose="020B0604020202020204" pitchFamily="34" charset="0"/>
              <a:buChar char="•"/>
            </a:pPr>
            <a:r>
              <a:rPr lang="en-US" dirty="0"/>
              <a:t>Strategy &amp; Priorities</a:t>
            </a:r>
          </a:p>
          <a:p>
            <a:pPr marL="285750" indent="-285750">
              <a:buFont typeface="Arial" panose="020B0604020202020204" pitchFamily="34" charset="0"/>
              <a:buChar char="•"/>
            </a:pPr>
            <a:r>
              <a:rPr lang="en-US" dirty="0"/>
              <a:t>Budget</a:t>
            </a:r>
          </a:p>
          <a:p>
            <a:pPr marL="285750" indent="-285750">
              <a:buFont typeface="Arial" panose="020B0604020202020204" pitchFamily="34" charset="0"/>
              <a:buChar char="•"/>
            </a:pPr>
            <a:r>
              <a:rPr lang="en-US" dirty="0"/>
              <a:t>Marketing Strategy &amp; Events</a:t>
            </a:r>
          </a:p>
          <a:p>
            <a:pPr marL="285750" indent="-285750">
              <a:buFont typeface="Arial" panose="020B0604020202020204" pitchFamily="34" charset="0"/>
              <a:buChar char="•"/>
            </a:pPr>
            <a:r>
              <a:rPr lang="en-US" dirty="0"/>
              <a:t>Legal &amp; overall governance</a:t>
            </a:r>
          </a:p>
        </p:txBody>
      </p:sp>
      <p:sp>
        <p:nvSpPr>
          <p:cNvPr id="7" name="TextBox 6">
            <a:extLst>
              <a:ext uri="{FF2B5EF4-FFF2-40B4-BE49-F238E27FC236}">
                <a16:creationId xmlns:a16="http://schemas.microsoft.com/office/drawing/2014/main" id="{506C3CCC-F98D-24F0-BADC-24D731BA641F}"/>
              </a:ext>
            </a:extLst>
          </p:cNvPr>
          <p:cNvSpPr txBox="1"/>
          <p:nvPr/>
        </p:nvSpPr>
        <p:spPr>
          <a:xfrm>
            <a:off x="316299" y="4175007"/>
            <a:ext cx="4348943" cy="1200329"/>
          </a:xfrm>
          <a:prstGeom prst="rect">
            <a:avLst/>
          </a:prstGeom>
          <a:noFill/>
        </p:spPr>
        <p:txBody>
          <a:bodyPr wrap="square" rtlCol="0">
            <a:spAutoFit/>
          </a:bodyPr>
          <a:lstStyle/>
          <a:p>
            <a:pPr marL="285750" indent="-285750">
              <a:buFont typeface="Arial" panose="020B0604020202020204" pitchFamily="34" charset="0"/>
              <a:buChar char="•"/>
            </a:pPr>
            <a:r>
              <a:rPr lang="en-US" dirty="0"/>
              <a:t>Cross-project collaboration</a:t>
            </a:r>
          </a:p>
          <a:p>
            <a:pPr marL="285750" indent="-285750">
              <a:buFont typeface="Arial" panose="020B0604020202020204" pitchFamily="34" charset="0"/>
              <a:buChar char="•"/>
            </a:pPr>
            <a:r>
              <a:rPr lang="en-US" dirty="0"/>
              <a:t>Project Lifecycle</a:t>
            </a:r>
          </a:p>
          <a:p>
            <a:pPr marL="285750" indent="-285750">
              <a:buFont typeface="Arial" panose="020B0604020202020204" pitchFamily="34" charset="0"/>
              <a:buChar char="•"/>
            </a:pPr>
            <a:r>
              <a:rPr lang="en-US" dirty="0"/>
              <a:t>Management</a:t>
            </a:r>
          </a:p>
          <a:p>
            <a:pPr marL="285750" indent="-285750">
              <a:buFont typeface="Arial" panose="020B0604020202020204" pitchFamily="34" charset="0"/>
              <a:buChar char="•"/>
            </a:pPr>
            <a:r>
              <a:rPr lang="en-US" dirty="0"/>
              <a:t>Developer Voice to GB</a:t>
            </a:r>
          </a:p>
        </p:txBody>
      </p:sp>
      <p:sp>
        <p:nvSpPr>
          <p:cNvPr id="8" name="TextBox 7">
            <a:extLst>
              <a:ext uri="{FF2B5EF4-FFF2-40B4-BE49-F238E27FC236}">
                <a16:creationId xmlns:a16="http://schemas.microsoft.com/office/drawing/2014/main" id="{691BE8AC-BC2F-8C62-D78F-60F57C8DA9F7}"/>
              </a:ext>
            </a:extLst>
          </p:cNvPr>
          <p:cNvSpPr txBox="1"/>
          <p:nvPr/>
        </p:nvSpPr>
        <p:spPr>
          <a:xfrm>
            <a:off x="5144238" y="4175007"/>
            <a:ext cx="3119052" cy="2031325"/>
          </a:xfrm>
          <a:prstGeom prst="rect">
            <a:avLst/>
          </a:prstGeom>
          <a:noFill/>
        </p:spPr>
        <p:txBody>
          <a:bodyPr wrap="square" rtlCol="0">
            <a:spAutoFit/>
          </a:bodyPr>
          <a:lstStyle/>
          <a:p>
            <a:pPr marL="285750" indent="-285750">
              <a:buFont typeface="Arial" panose="020B0604020202020204" pitchFamily="34" charset="0"/>
              <a:buChar char="•"/>
            </a:pPr>
            <a:r>
              <a:rPr lang="en-US" dirty="0"/>
              <a:t>Annual Marketing Plan</a:t>
            </a:r>
          </a:p>
          <a:p>
            <a:pPr marL="285750" indent="-285750">
              <a:buFont typeface="Arial" panose="020B0604020202020204" pitchFamily="34" charset="0"/>
              <a:buChar char="•"/>
            </a:pPr>
            <a:r>
              <a:rPr lang="en-US" dirty="0"/>
              <a:t>PR &amp; Social Media</a:t>
            </a:r>
          </a:p>
          <a:p>
            <a:pPr marL="285750" indent="-285750">
              <a:buFont typeface="Arial" panose="020B0604020202020204" pitchFamily="34" charset="0"/>
              <a:buChar char="•"/>
            </a:pPr>
            <a:r>
              <a:rPr lang="en-US" dirty="0"/>
              <a:t>Events</a:t>
            </a:r>
          </a:p>
          <a:p>
            <a:pPr marL="285750" indent="-285750">
              <a:buFont typeface="Arial" panose="020B0604020202020204" pitchFamily="34" charset="0"/>
              <a:buChar char="•"/>
            </a:pPr>
            <a:r>
              <a:rPr lang="en-US" dirty="0"/>
              <a:t>Content/Web</a:t>
            </a:r>
          </a:p>
          <a:p>
            <a:pPr marL="285750" indent="-285750">
              <a:buFont typeface="Arial" panose="020B0604020202020204" pitchFamily="34" charset="0"/>
              <a:buChar char="•"/>
            </a:pPr>
            <a:r>
              <a:rPr lang="en-US" dirty="0"/>
              <a:t>Branding</a:t>
            </a:r>
          </a:p>
          <a:p>
            <a:pPr marL="285750" indent="-285750">
              <a:buFont typeface="Arial" panose="020B0604020202020204" pitchFamily="34" charset="0"/>
              <a:buChar char="•"/>
            </a:pPr>
            <a:r>
              <a:rPr lang="en-US" dirty="0"/>
              <a:t>Market Development</a:t>
            </a:r>
          </a:p>
          <a:p>
            <a:pPr marL="285750" indent="-285750">
              <a:buFont typeface="Arial" panose="020B0604020202020204" pitchFamily="34" charset="0"/>
              <a:buChar char="•"/>
            </a:pPr>
            <a:r>
              <a:rPr lang="en-US" dirty="0"/>
              <a:t>Ambassadors</a:t>
            </a:r>
          </a:p>
        </p:txBody>
      </p:sp>
      <p:sp>
        <p:nvSpPr>
          <p:cNvPr id="9" name="TextBox 8">
            <a:extLst>
              <a:ext uri="{FF2B5EF4-FFF2-40B4-BE49-F238E27FC236}">
                <a16:creationId xmlns:a16="http://schemas.microsoft.com/office/drawing/2014/main" id="{233B6290-A5E4-0234-827C-E79723E8C10E}"/>
              </a:ext>
            </a:extLst>
          </p:cNvPr>
          <p:cNvSpPr txBox="1"/>
          <p:nvPr/>
        </p:nvSpPr>
        <p:spPr>
          <a:xfrm>
            <a:off x="268800" y="5561926"/>
            <a:ext cx="831084" cy="276999"/>
          </a:xfrm>
          <a:prstGeom prst="rect">
            <a:avLst/>
          </a:prstGeom>
          <a:noFill/>
        </p:spPr>
        <p:txBody>
          <a:bodyPr wrap="square" rtlCol="0">
            <a:spAutoFit/>
          </a:bodyPr>
          <a:lstStyle/>
          <a:p>
            <a:pPr algn="ctr"/>
            <a:r>
              <a:rPr lang="en-US" sz="1200" dirty="0"/>
              <a:t>Gardener</a:t>
            </a:r>
          </a:p>
        </p:txBody>
      </p:sp>
      <p:sp>
        <p:nvSpPr>
          <p:cNvPr id="17" name="TextBox 16">
            <a:extLst>
              <a:ext uri="{FF2B5EF4-FFF2-40B4-BE49-F238E27FC236}">
                <a16:creationId xmlns:a16="http://schemas.microsoft.com/office/drawing/2014/main" id="{BFA922A8-FFCD-091B-F1AD-3F7BD826FBCA}"/>
              </a:ext>
            </a:extLst>
          </p:cNvPr>
          <p:cNvSpPr txBox="1"/>
          <p:nvPr/>
        </p:nvSpPr>
        <p:spPr>
          <a:xfrm>
            <a:off x="1172183" y="5561926"/>
            <a:ext cx="831084" cy="276999"/>
          </a:xfrm>
          <a:prstGeom prst="rect">
            <a:avLst/>
          </a:prstGeom>
          <a:noFill/>
        </p:spPr>
        <p:txBody>
          <a:bodyPr wrap="square" rtlCol="0">
            <a:spAutoFit/>
          </a:bodyPr>
          <a:lstStyle/>
          <a:p>
            <a:pPr algn="ctr"/>
            <a:r>
              <a:rPr lang="en-US" sz="1200" dirty="0" err="1"/>
              <a:t>IronCore</a:t>
            </a:r>
            <a:endParaRPr lang="en-US" sz="1200" dirty="0"/>
          </a:p>
        </p:txBody>
      </p:sp>
      <p:sp>
        <p:nvSpPr>
          <p:cNvPr id="19" name="TextBox 18">
            <a:extLst>
              <a:ext uri="{FF2B5EF4-FFF2-40B4-BE49-F238E27FC236}">
                <a16:creationId xmlns:a16="http://schemas.microsoft.com/office/drawing/2014/main" id="{00AD1526-7530-BA07-06EB-2E8C6978A088}"/>
              </a:ext>
            </a:extLst>
          </p:cNvPr>
          <p:cNvSpPr txBox="1"/>
          <p:nvPr/>
        </p:nvSpPr>
        <p:spPr>
          <a:xfrm>
            <a:off x="2075566" y="5561926"/>
            <a:ext cx="831084" cy="276999"/>
          </a:xfrm>
          <a:prstGeom prst="rect">
            <a:avLst/>
          </a:prstGeom>
          <a:noFill/>
        </p:spPr>
        <p:txBody>
          <a:bodyPr wrap="square" rtlCol="0">
            <a:spAutoFit/>
          </a:bodyPr>
          <a:lstStyle/>
          <a:p>
            <a:pPr algn="ctr"/>
            <a:r>
              <a:rPr lang="en-US" sz="1200" dirty="0" err="1"/>
              <a:t>Katalis</a:t>
            </a:r>
            <a:endParaRPr lang="en-US" sz="1200" dirty="0"/>
          </a:p>
        </p:txBody>
      </p:sp>
      <p:sp>
        <p:nvSpPr>
          <p:cNvPr id="20" name="TextBox 19">
            <a:extLst>
              <a:ext uri="{FF2B5EF4-FFF2-40B4-BE49-F238E27FC236}">
                <a16:creationId xmlns:a16="http://schemas.microsoft.com/office/drawing/2014/main" id="{F71C3435-DBF5-792E-AF95-94348728D4FC}"/>
              </a:ext>
            </a:extLst>
          </p:cNvPr>
          <p:cNvSpPr txBox="1"/>
          <p:nvPr/>
        </p:nvSpPr>
        <p:spPr>
          <a:xfrm>
            <a:off x="2945898" y="5561926"/>
            <a:ext cx="904110" cy="276999"/>
          </a:xfrm>
          <a:prstGeom prst="rect">
            <a:avLst/>
          </a:prstGeom>
          <a:noFill/>
        </p:spPr>
        <p:txBody>
          <a:bodyPr wrap="square" rtlCol="0">
            <a:spAutoFit/>
          </a:bodyPr>
          <a:lstStyle/>
          <a:p>
            <a:pPr algn="ctr"/>
            <a:r>
              <a:rPr lang="en-US" sz="1200" dirty="0" err="1"/>
              <a:t>CobalCore</a:t>
            </a:r>
            <a:endParaRPr lang="en-US" sz="1200" dirty="0"/>
          </a:p>
        </p:txBody>
      </p:sp>
      <p:sp>
        <p:nvSpPr>
          <p:cNvPr id="21" name="TextBox 20">
            <a:extLst>
              <a:ext uri="{FF2B5EF4-FFF2-40B4-BE49-F238E27FC236}">
                <a16:creationId xmlns:a16="http://schemas.microsoft.com/office/drawing/2014/main" id="{9EDC215D-4D32-F7EE-99B5-FE8A47048C3E}"/>
              </a:ext>
            </a:extLst>
          </p:cNvPr>
          <p:cNvSpPr txBox="1"/>
          <p:nvPr/>
        </p:nvSpPr>
        <p:spPr>
          <a:xfrm>
            <a:off x="3882332" y="5561926"/>
            <a:ext cx="831084" cy="276999"/>
          </a:xfrm>
          <a:prstGeom prst="rect">
            <a:avLst/>
          </a:prstGeom>
          <a:noFill/>
        </p:spPr>
        <p:txBody>
          <a:bodyPr wrap="square" rtlCol="0">
            <a:spAutoFit/>
          </a:bodyPr>
          <a:lstStyle/>
          <a:p>
            <a:pPr algn="ctr"/>
            <a:r>
              <a:rPr lang="en-US" sz="1200" dirty="0"/>
              <a:t>etc.</a:t>
            </a:r>
          </a:p>
        </p:txBody>
      </p:sp>
      <p:sp>
        <p:nvSpPr>
          <p:cNvPr id="3" name="Shape 4">
            <a:extLst>
              <a:ext uri="{FF2B5EF4-FFF2-40B4-BE49-F238E27FC236}">
                <a16:creationId xmlns:a16="http://schemas.microsoft.com/office/drawing/2014/main" id="{F3C0E0C3-6479-E65C-043E-C86B05613932}"/>
              </a:ext>
            </a:extLst>
          </p:cNvPr>
          <p:cNvSpPr/>
          <p:nvPr/>
        </p:nvSpPr>
        <p:spPr>
          <a:xfrm>
            <a:off x="6102355" y="2773714"/>
            <a:ext cx="0" cy="365760"/>
          </a:xfrm>
          <a:prstGeom prst="line">
            <a:avLst/>
          </a:prstGeom>
          <a:noFill/>
          <a:ln w="25400">
            <a:solidFill>
              <a:srgbClr val="163E64"/>
            </a:solidFill>
            <a:prstDash val="solid"/>
          </a:ln>
        </p:spPr>
        <p:txBody>
          <a:bodyPr/>
          <a:lstStyle/>
          <a:p>
            <a:endParaRPr lang="de-DE"/>
          </a:p>
        </p:txBody>
      </p:sp>
      <p:sp>
        <p:nvSpPr>
          <p:cNvPr id="5" name="Shape 5">
            <a:extLst>
              <a:ext uri="{FF2B5EF4-FFF2-40B4-BE49-F238E27FC236}">
                <a16:creationId xmlns:a16="http://schemas.microsoft.com/office/drawing/2014/main" id="{00792AF2-ACC7-4CB0-CA0E-E2FDD267CF4E}"/>
              </a:ext>
            </a:extLst>
          </p:cNvPr>
          <p:cNvSpPr/>
          <p:nvPr/>
        </p:nvSpPr>
        <p:spPr>
          <a:xfrm flipV="1">
            <a:off x="2478534" y="3148070"/>
            <a:ext cx="7824865" cy="0"/>
          </a:xfrm>
          <a:prstGeom prst="line">
            <a:avLst/>
          </a:prstGeom>
          <a:noFill/>
          <a:ln w="25400">
            <a:solidFill>
              <a:srgbClr val="163E64"/>
            </a:solidFill>
            <a:prstDash val="solid"/>
          </a:ln>
        </p:spPr>
        <p:txBody>
          <a:bodyPr/>
          <a:lstStyle/>
          <a:p>
            <a:endParaRPr lang="de-DE"/>
          </a:p>
        </p:txBody>
      </p:sp>
      <p:sp>
        <p:nvSpPr>
          <p:cNvPr id="2" name="TextBox 1">
            <a:extLst>
              <a:ext uri="{FF2B5EF4-FFF2-40B4-BE49-F238E27FC236}">
                <a16:creationId xmlns:a16="http://schemas.microsoft.com/office/drawing/2014/main" id="{EF6FD379-81D4-1845-888A-A6AB15D9E38E}"/>
              </a:ext>
            </a:extLst>
          </p:cNvPr>
          <p:cNvSpPr txBox="1"/>
          <p:nvPr/>
        </p:nvSpPr>
        <p:spPr>
          <a:xfrm>
            <a:off x="4361863" y="317206"/>
            <a:ext cx="3468273" cy="400110"/>
          </a:xfrm>
          <a:prstGeom prst="rect">
            <a:avLst/>
          </a:prstGeom>
          <a:noFill/>
        </p:spPr>
        <p:txBody>
          <a:bodyPr wrap="square">
            <a:spAutoFit/>
          </a:bodyPr>
          <a:lstStyle/>
          <a:p>
            <a:pPr algn="ctr">
              <a:buNone/>
            </a:pPr>
            <a:r>
              <a:rPr lang="en-US" sz="2000" b="1" dirty="0">
                <a:effectLst/>
                <a:latin typeface="Aptos" panose="020B0004020202020204" pitchFamily="34" charset="0"/>
              </a:rPr>
              <a:t>Governance</a:t>
            </a:r>
          </a:p>
        </p:txBody>
      </p:sp>
      <p:sp>
        <p:nvSpPr>
          <p:cNvPr id="23" name="Shape 6">
            <a:extLst>
              <a:ext uri="{FF2B5EF4-FFF2-40B4-BE49-F238E27FC236}">
                <a16:creationId xmlns:a16="http://schemas.microsoft.com/office/drawing/2014/main" id="{9E36B7D1-E710-55C5-A393-D3979A81B008}"/>
              </a:ext>
            </a:extLst>
          </p:cNvPr>
          <p:cNvSpPr/>
          <p:nvPr/>
        </p:nvSpPr>
        <p:spPr>
          <a:xfrm>
            <a:off x="2478534" y="3139474"/>
            <a:ext cx="0" cy="320040"/>
          </a:xfrm>
          <a:prstGeom prst="line">
            <a:avLst/>
          </a:prstGeom>
          <a:noFill/>
          <a:ln w="25400">
            <a:solidFill>
              <a:srgbClr val="163E64"/>
            </a:solidFill>
            <a:prstDash val="solid"/>
          </a:ln>
        </p:spPr>
        <p:txBody>
          <a:bodyPr/>
          <a:lstStyle/>
          <a:p>
            <a:endParaRPr lang="de-DE"/>
          </a:p>
        </p:txBody>
      </p:sp>
      <p:sp>
        <p:nvSpPr>
          <p:cNvPr id="24" name="Shape 8">
            <a:extLst>
              <a:ext uri="{FF2B5EF4-FFF2-40B4-BE49-F238E27FC236}">
                <a16:creationId xmlns:a16="http://schemas.microsoft.com/office/drawing/2014/main" id="{C4B4D48F-4463-93BF-71A9-603D8E1F3572}"/>
              </a:ext>
            </a:extLst>
          </p:cNvPr>
          <p:cNvSpPr/>
          <p:nvPr/>
        </p:nvSpPr>
        <p:spPr>
          <a:xfrm>
            <a:off x="6699269" y="3148070"/>
            <a:ext cx="0" cy="311444"/>
          </a:xfrm>
          <a:prstGeom prst="line">
            <a:avLst/>
          </a:prstGeom>
          <a:noFill/>
          <a:ln w="25400">
            <a:solidFill>
              <a:srgbClr val="163E64"/>
            </a:solidFill>
            <a:prstDash val="solid"/>
          </a:ln>
        </p:spPr>
        <p:txBody>
          <a:bodyPr/>
          <a:lstStyle/>
          <a:p>
            <a:endParaRPr lang="de-DE"/>
          </a:p>
        </p:txBody>
      </p:sp>
      <p:sp>
        <p:nvSpPr>
          <p:cNvPr id="16" name="Rounded Rectangle 15">
            <a:extLst>
              <a:ext uri="{FF2B5EF4-FFF2-40B4-BE49-F238E27FC236}">
                <a16:creationId xmlns:a16="http://schemas.microsoft.com/office/drawing/2014/main" id="{23B67136-3923-7A95-489B-689239F2E01C}"/>
              </a:ext>
            </a:extLst>
          </p:cNvPr>
          <p:cNvSpPr/>
          <p:nvPr/>
        </p:nvSpPr>
        <p:spPr>
          <a:xfrm>
            <a:off x="318652" y="3450238"/>
            <a:ext cx="4348943" cy="659568"/>
          </a:xfrm>
          <a:prstGeom prst="roundRect">
            <a:avLst>
              <a:gd name="adj" fmla="val 6003"/>
            </a:avLst>
          </a:prstGeom>
          <a:solidFill>
            <a:srgbClr val="A6C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Technical Advisory Council (TAC)</a:t>
            </a:r>
          </a:p>
        </p:txBody>
      </p:sp>
      <p:sp>
        <p:nvSpPr>
          <p:cNvPr id="18" name="Rounded Rectangle 17">
            <a:extLst>
              <a:ext uri="{FF2B5EF4-FFF2-40B4-BE49-F238E27FC236}">
                <a16:creationId xmlns:a16="http://schemas.microsoft.com/office/drawing/2014/main" id="{3509664A-8B76-2153-43F7-DF856E4FBEB0}"/>
              </a:ext>
            </a:extLst>
          </p:cNvPr>
          <p:cNvSpPr/>
          <p:nvPr/>
        </p:nvSpPr>
        <p:spPr>
          <a:xfrm>
            <a:off x="5144238" y="3450238"/>
            <a:ext cx="3119052" cy="659568"/>
          </a:xfrm>
          <a:prstGeom prst="roundRect">
            <a:avLst>
              <a:gd name="adj" fmla="val 6003"/>
            </a:avLst>
          </a:prstGeom>
          <a:solidFill>
            <a:srgbClr val="A6CAED">
              <a:alpha val="908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Outreach Committee</a:t>
            </a:r>
          </a:p>
        </p:txBody>
      </p:sp>
      <p:sp>
        <p:nvSpPr>
          <p:cNvPr id="30" name="Rounded Rectangle 29">
            <a:extLst>
              <a:ext uri="{FF2B5EF4-FFF2-40B4-BE49-F238E27FC236}">
                <a16:creationId xmlns:a16="http://schemas.microsoft.com/office/drawing/2014/main" id="{63917B4C-C824-48D7-6174-C7A2E1EC0093}"/>
              </a:ext>
            </a:extLst>
          </p:cNvPr>
          <p:cNvSpPr/>
          <p:nvPr/>
        </p:nvSpPr>
        <p:spPr>
          <a:xfrm>
            <a:off x="8740736" y="3450238"/>
            <a:ext cx="3119052" cy="659568"/>
          </a:xfrm>
          <a:prstGeom prst="roundRect">
            <a:avLst>
              <a:gd name="adj" fmla="val 6003"/>
            </a:avLst>
          </a:prstGeom>
          <a:solidFill>
            <a:srgbClr val="A6CAED">
              <a:alpha val="908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Other Committees</a:t>
            </a:r>
          </a:p>
        </p:txBody>
      </p:sp>
      <p:sp>
        <p:nvSpPr>
          <p:cNvPr id="31" name="Shape 8">
            <a:extLst>
              <a:ext uri="{FF2B5EF4-FFF2-40B4-BE49-F238E27FC236}">
                <a16:creationId xmlns:a16="http://schemas.microsoft.com/office/drawing/2014/main" id="{20B839C0-6E97-35CF-4DF2-0E30DD888C65}"/>
              </a:ext>
            </a:extLst>
          </p:cNvPr>
          <p:cNvSpPr/>
          <p:nvPr/>
        </p:nvSpPr>
        <p:spPr>
          <a:xfrm>
            <a:off x="10303399" y="3148070"/>
            <a:ext cx="0" cy="311444"/>
          </a:xfrm>
          <a:prstGeom prst="line">
            <a:avLst/>
          </a:prstGeom>
          <a:noFill/>
          <a:ln w="25400">
            <a:solidFill>
              <a:srgbClr val="163E64"/>
            </a:solidFill>
            <a:prstDash val="solid"/>
          </a:ln>
        </p:spPr>
        <p:txBody>
          <a:bodyPr/>
          <a:lstStyle/>
          <a:p>
            <a:endParaRPr lang="de-DE"/>
          </a:p>
        </p:txBody>
      </p:sp>
    </p:spTree>
    <p:extLst>
      <p:ext uri="{BB962C8B-B14F-4D97-AF65-F5344CB8AC3E}">
        <p14:creationId xmlns:p14="http://schemas.microsoft.com/office/powerpoint/2010/main" val="126493156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656CF82-CDA9-764D-2982-60BE7E9803F5}"/>
            </a:ext>
          </a:extLst>
        </p:cNvPr>
        <p:cNvGrpSpPr/>
        <p:nvPr/>
      </p:nvGrpSpPr>
      <p:grpSpPr>
        <a:xfrm>
          <a:off x="0" y="0"/>
          <a:ext cx="0" cy="0"/>
          <a:chOff x="0" y="0"/>
          <a:chExt cx="0" cy="0"/>
        </a:xfrm>
      </p:grpSpPr>
      <p:pic>
        <p:nvPicPr>
          <p:cNvPr id="16" name="Graphic 15">
            <a:extLst>
              <a:ext uri="{FF2B5EF4-FFF2-40B4-BE49-F238E27FC236}">
                <a16:creationId xmlns:a16="http://schemas.microsoft.com/office/drawing/2014/main" id="{204DD346-B6E3-6C4B-3C5B-A21CF4D7A1DD}"/>
              </a:ext>
            </a:extLst>
          </p:cNvPr>
          <p:cNvPicPr>
            <a:picLocks noChangeAspect="1"/>
          </p:cNvPicPr>
          <p:nvPr/>
        </p:nvPicPr>
        <p:blipFill>
          <a:blip r:embed="rId2"/>
          <a:srcRect/>
          <a:stretch/>
        </p:blipFill>
        <p:spPr>
          <a:xfrm>
            <a:off x="3141817" y="4805747"/>
            <a:ext cx="5908363" cy="859631"/>
          </a:xfrm>
          <a:prstGeom prst="rect">
            <a:avLst/>
          </a:prstGeom>
        </p:spPr>
      </p:pic>
      <p:pic>
        <p:nvPicPr>
          <p:cNvPr id="17" name="Graphic 16">
            <a:extLst>
              <a:ext uri="{FF2B5EF4-FFF2-40B4-BE49-F238E27FC236}">
                <a16:creationId xmlns:a16="http://schemas.microsoft.com/office/drawing/2014/main" id="{703A6E16-32EA-5667-E7B2-631E8C508855}"/>
              </a:ext>
            </a:extLst>
          </p:cNvPr>
          <p:cNvPicPr>
            <a:picLocks noChangeAspect="1"/>
          </p:cNvPicPr>
          <p:nvPr/>
        </p:nvPicPr>
        <p:blipFill>
          <a:blip r:embed="rId3"/>
          <a:srcRect/>
          <a:stretch/>
        </p:blipFill>
        <p:spPr>
          <a:xfrm>
            <a:off x="10889178" y="4696332"/>
            <a:ext cx="1327536" cy="2186382"/>
          </a:xfrm>
          <a:prstGeom prst="rect">
            <a:avLst/>
          </a:prstGeom>
        </p:spPr>
      </p:pic>
      <p:pic>
        <p:nvPicPr>
          <p:cNvPr id="3" name="Picture 2" descr="A black background with white dots&#10;&#10;AI-generated content may be incorrect.">
            <a:extLst>
              <a:ext uri="{FF2B5EF4-FFF2-40B4-BE49-F238E27FC236}">
                <a16:creationId xmlns:a16="http://schemas.microsoft.com/office/drawing/2014/main" id="{B0AA8ADF-1436-9445-12D2-BAB9AC5EB062}"/>
              </a:ext>
            </a:extLst>
          </p:cNvPr>
          <p:cNvPicPr>
            <a:picLocks noChangeAspect="1"/>
          </p:cNvPicPr>
          <p:nvPr/>
        </p:nvPicPr>
        <p:blipFill>
          <a:blip r:embed="rId4"/>
          <a:stretch>
            <a:fillRect/>
          </a:stretch>
        </p:blipFill>
        <p:spPr>
          <a:xfrm>
            <a:off x="4479284" y="1349724"/>
            <a:ext cx="3233428" cy="3233428"/>
          </a:xfrm>
          <a:prstGeom prst="rect">
            <a:avLst/>
          </a:prstGeom>
        </p:spPr>
      </p:pic>
    </p:spTree>
    <p:extLst>
      <p:ext uri="{BB962C8B-B14F-4D97-AF65-F5344CB8AC3E}">
        <p14:creationId xmlns:p14="http://schemas.microsoft.com/office/powerpoint/2010/main" val="213499550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43315</TotalTime>
  <Words>325</Words>
  <Application>Microsoft Macintosh PowerPoint</Application>
  <PresentationFormat>Widescreen</PresentationFormat>
  <Paragraphs>75</Paragraphs>
  <Slides>11</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 Display</vt:lpstr>
      <vt:lpstr>Helvetica Neue</vt:lpstr>
      <vt:lpstr>Aptos</vt:lpstr>
      <vt:lpstr>Arial</vt:lpstr>
      <vt:lpstr>Aptos (Body)</vt:lpstr>
      <vt:lpstr>Office Theme</vt:lpstr>
      <vt:lpstr>PowerPoint Presentation</vt:lpstr>
      <vt:lpstr>Antitrust Policy Notice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Helmke</dc:creator>
  <cp:lastModifiedBy>Helmke, Anna (external - Service)</cp:lastModifiedBy>
  <cp:revision>10</cp:revision>
  <dcterms:created xsi:type="dcterms:W3CDTF">2026-03-04T13:51:43Z</dcterms:created>
  <dcterms:modified xsi:type="dcterms:W3CDTF">2026-09-21T10:40:49Z</dcterms:modified>
</cp:coreProperties>
</file>