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4"/>
  </p:sldMasterIdLst>
  <p:notesMasterIdLst>
    <p:notesMasterId r:id="rId18"/>
  </p:notesMasterIdLst>
  <p:sldIdLst>
    <p:sldId id="256" r:id="rId5"/>
    <p:sldId id="320" r:id="rId6"/>
    <p:sldId id="259" r:id="rId7"/>
    <p:sldId id="323" r:id="rId8"/>
    <p:sldId id="318" r:id="rId9"/>
    <p:sldId id="260" r:id="rId10"/>
    <p:sldId id="261" r:id="rId11"/>
    <p:sldId id="262" r:id="rId12"/>
    <p:sldId id="319" r:id="rId13"/>
    <p:sldId id="264" r:id="rId14"/>
    <p:sldId id="263" r:id="rId15"/>
    <p:sldId id="265" r:id="rId16"/>
    <p:sldId id="322"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0E82F0-1CB5-47FB-A72D-DFDB3FD15C9D}" v="64" dt="2026-02-25T12:11:34.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24"/>
  </p:normalViewPr>
  <p:slideViewPr>
    <p:cSldViewPr snapToGrid="0">
      <p:cViewPr>
        <p:scale>
          <a:sx n="70" d="100"/>
          <a:sy n="70" d="100"/>
        </p:scale>
        <p:origin x="606" y="330"/>
      </p:cViewPr>
      <p:guideLst>
        <p:guide orient="horz" pos="1620"/>
        <p:guide pos="2880"/>
      </p:guideLst>
    </p:cSldViewPr>
  </p:slideViewPr>
  <p:notesTextViewPr>
    <p:cViewPr>
      <p:scale>
        <a:sx n="1" d="1"/>
        <a:sy n="1" d="1"/>
      </p:scale>
      <p:origin x="0" y="0"/>
    </p:cViewPr>
  </p:notesTextViewPr>
  <p:sorterViewPr>
    <p:cViewPr>
      <p:scale>
        <a:sx n="86" d="100"/>
        <a:sy n="8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6e2db17ce7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6e2db17ce7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6e2db17ce7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6e2db17ce7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2db17ce7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6e2db17ce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6e2db17ce7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6e2db17ce7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6e2db17ce7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6e2db17ce7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e2db17ce7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6e2db17ce7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6e2db17ce7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6e2db17ce7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6e2db17ce7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6e2db17ce7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1B9199CE-5370-DE0A-CBD4-3ABCBB7EFB1E}"/>
            </a:ext>
          </a:extLst>
        </p:cNvPr>
        <p:cNvGrpSpPr/>
        <p:nvPr/>
      </p:nvGrpSpPr>
      <p:grpSpPr>
        <a:xfrm>
          <a:off x="0" y="0"/>
          <a:ext cx="0" cy="0"/>
          <a:chOff x="0" y="0"/>
          <a:chExt cx="0" cy="0"/>
        </a:xfrm>
      </p:grpSpPr>
      <p:sp>
        <p:nvSpPr>
          <p:cNvPr id="204" name="Google Shape;204;g36e2db17ce7_0_258:notes">
            <a:extLst>
              <a:ext uri="{FF2B5EF4-FFF2-40B4-BE49-F238E27FC236}">
                <a16:creationId xmlns:a16="http://schemas.microsoft.com/office/drawing/2014/main" id="{AA87A995-EB7A-DB85-A3FE-61ACB99C85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6e2db17ce7_0_258:notes">
            <a:extLst>
              <a:ext uri="{FF2B5EF4-FFF2-40B4-BE49-F238E27FC236}">
                <a16:creationId xmlns:a16="http://schemas.microsoft.com/office/drawing/2014/main" id="{B83E52CC-9F66-FC68-E0C6-F53B566C24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20693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7" name="Google Shape;57;p14"/>
          <p:cNvSpPr/>
          <p:nvPr/>
        </p:nvSpPr>
        <p:spPr>
          <a:xfrm>
            <a:off x="0" y="0"/>
            <a:ext cx="9144000" cy="5143500"/>
          </a:xfrm>
          <a:prstGeom prst="rect">
            <a:avLst/>
          </a:prstGeom>
          <a:gradFill>
            <a:gsLst>
              <a:gs pos="0">
                <a:schemeClr val="accent1"/>
              </a:gs>
              <a:gs pos="100000">
                <a:srgbClr val="0E66F3">
                  <a:alpha val="0"/>
                </a:srgbClr>
              </a:gs>
            </a:gsLst>
            <a:lin ang="0"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mn-lt"/>
            </a:endParaRPr>
          </a:p>
        </p:txBody>
      </p:sp>
      <p:sp>
        <p:nvSpPr>
          <p:cNvPr id="55" name="Google Shape;55;p14"/>
          <p:cNvSpPr txBox="1">
            <a:spLocks noGrp="1"/>
          </p:cNvSpPr>
          <p:nvPr>
            <p:ph type="ctrTitle"/>
          </p:nvPr>
        </p:nvSpPr>
        <p:spPr>
          <a:xfrm>
            <a:off x="311708" y="1354175"/>
            <a:ext cx="8520600" cy="2052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200"/>
              <a:buNone/>
              <a:defRPr sz="5200" b="1">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a:endParaRPr dirty="0"/>
          </a:p>
        </p:txBody>
      </p:sp>
      <p:sp>
        <p:nvSpPr>
          <p:cNvPr id="56" name="Google Shape;56;p14"/>
          <p:cNvSpPr txBox="1">
            <a:spLocks noGrp="1"/>
          </p:cNvSpPr>
          <p:nvPr>
            <p:ph type="subTitle" idx="1"/>
          </p:nvPr>
        </p:nvSpPr>
        <p:spPr>
          <a:xfrm>
            <a:off x="311700" y="3443725"/>
            <a:ext cx="8520600" cy="792600"/>
          </a:xfrm>
          <a:prstGeom prst="rect">
            <a:avLst/>
          </a:prstGeom>
        </p:spPr>
        <p:txBody>
          <a:bodyPr spcFirstLastPara="1" wrap="square" lIns="91425" tIns="91425" rIns="91425" bIns="91425" anchor="ctr" anchorCtr="0">
            <a:normAutofit/>
          </a:bodyPr>
          <a:lstStyle>
            <a:lvl1pPr lvl="0">
              <a:lnSpc>
                <a:spcPct val="100000"/>
              </a:lnSpc>
              <a:spcBef>
                <a:spcPts val="0"/>
              </a:spcBef>
              <a:spcAft>
                <a:spcPts val="0"/>
              </a:spcAft>
              <a:buClr>
                <a:schemeClr val="lt1"/>
              </a:buClr>
              <a:buSzPts val="2800"/>
              <a:buNone/>
              <a:defRPr sz="2800">
                <a:solidFill>
                  <a:schemeClr val="lt1"/>
                </a:solidFill>
              </a:defRPr>
            </a:lvl1pPr>
            <a:lvl2pPr lvl="1">
              <a:lnSpc>
                <a:spcPct val="100000"/>
              </a:lnSpc>
              <a:spcBef>
                <a:spcPts val="0"/>
              </a:spcBef>
              <a:spcAft>
                <a:spcPts val="0"/>
              </a:spcAft>
              <a:buClr>
                <a:schemeClr val="lt1"/>
              </a:buClr>
              <a:buSzPts val="2800"/>
              <a:buNone/>
              <a:defRPr sz="2800">
                <a:solidFill>
                  <a:schemeClr val="lt1"/>
                </a:solidFill>
              </a:defRPr>
            </a:lvl2pPr>
            <a:lvl3pPr lvl="2">
              <a:lnSpc>
                <a:spcPct val="100000"/>
              </a:lnSpc>
              <a:spcBef>
                <a:spcPts val="0"/>
              </a:spcBef>
              <a:spcAft>
                <a:spcPts val="0"/>
              </a:spcAft>
              <a:buClr>
                <a:schemeClr val="lt1"/>
              </a:buClr>
              <a:buSzPts val="2800"/>
              <a:buNone/>
              <a:defRPr sz="2800">
                <a:solidFill>
                  <a:schemeClr val="lt1"/>
                </a:solidFill>
              </a:defRPr>
            </a:lvl3pPr>
            <a:lvl4pPr lvl="3">
              <a:lnSpc>
                <a:spcPct val="100000"/>
              </a:lnSpc>
              <a:spcBef>
                <a:spcPts val="0"/>
              </a:spcBef>
              <a:spcAft>
                <a:spcPts val="0"/>
              </a:spcAft>
              <a:buClr>
                <a:schemeClr val="lt1"/>
              </a:buClr>
              <a:buSzPts val="2800"/>
              <a:buNone/>
              <a:defRPr sz="2800">
                <a:solidFill>
                  <a:schemeClr val="lt1"/>
                </a:solidFill>
              </a:defRPr>
            </a:lvl4pPr>
            <a:lvl5pPr lvl="4">
              <a:lnSpc>
                <a:spcPct val="100000"/>
              </a:lnSpc>
              <a:spcBef>
                <a:spcPts val="0"/>
              </a:spcBef>
              <a:spcAft>
                <a:spcPts val="0"/>
              </a:spcAft>
              <a:buClr>
                <a:schemeClr val="lt1"/>
              </a:buClr>
              <a:buSzPts val="2800"/>
              <a:buNone/>
              <a:defRPr sz="2800">
                <a:solidFill>
                  <a:schemeClr val="lt1"/>
                </a:solidFill>
              </a:defRPr>
            </a:lvl5pPr>
            <a:lvl6pPr lvl="5">
              <a:lnSpc>
                <a:spcPct val="100000"/>
              </a:lnSpc>
              <a:spcBef>
                <a:spcPts val="0"/>
              </a:spcBef>
              <a:spcAft>
                <a:spcPts val="0"/>
              </a:spcAft>
              <a:buClr>
                <a:schemeClr val="lt1"/>
              </a:buClr>
              <a:buSzPts val="2800"/>
              <a:buNone/>
              <a:defRPr sz="2800">
                <a:solidFill>
                  <a:schemeClr val="lt1"/>
                </a:solidFill>
              </a:defRPr>
            </a:lvl6pPr>
            <a:lvl7pPr lvl="6">
              <a:lnSpc>
                <a:spcPct val="100000"/>
              </a:lnSpc>
              <a:spcBef>
                <a:spcPts val="0"/>
              </a:spcBef>
              <a:spcAft>
                <a:spcPts val="0"/>
              </a:spcAft>
              <a:buClr>
                <a:schemeClr val="lt1"/>
              </a:buClr>
              <a:buSzPts val="2800"/>
              <a:buNone/>
              <a:defRPr sz="2800">
                <a:solidFill>
                  <a:schemeClr val="lt1"/>
                </a:solidFill>
              </a:defRPr>
            </a:lvl7pPr>
            <a:lvl8pPr lvl="7">
              <a:lnSpc>
                <a:spcPct val="100000"/>
              </a:lnSpc>
              <a:spcBef>
                <a:spcPts val="0"/>
              </a:spcBef>
              <a:spcAft>
                <a:spcPts val="0"/>
              </a:spcAft>
              <a:buClr>
                <a:schemeClr val="lt1"/>
              </a:buClr>
              <a:buSzPts val="2800"/>
              <a:buNone/>
              <a:defRPr sz="2800">
                <a:solidFill>
                  <a:schemeClr val="lt1"/>
                </a:solidFill>
              </a:defRPr>
            </a:lvl8pPr>
            <a:lvl9pPr lvl="8">
              <a:lnSpc>
                <a:spcPct val="100000"/>
              </a:lnSpc>
              <a:spcBef>
                <a:spcPts val="0"/>
              </a:spcBef>
              <a:spcAft>
                <a:spcPts val="0"/>
              </a:spcAft>
              <a:buClr>
                <a:schemeClr val="lt1"/>
              </a:buClr>
              <a:buSzPts val="2800"/>
              <a:buNone/>
              <a:defRPr sz="2800">
                <a:solidFill>
                  <a:schemeClr val="lt1"/>
                </a:solidFill>
              </a:defRPr>
            </a:lvl9pPr>
          </a:lstStyle>
          <a:p>
            <a:endParaRPr/>
          </a:p>
        </p:txBody>
      </p:sp>
      <p:pic>
        <p:nvPicPr>
          <p:cNvPr id="58" name="Google Shape;58;p14" title="neonephos_white.png"/>
          <p:cNvPicPr preferRelativeResize="0"/>
          <p:nvPr/>
        </p:nvPicPr>
        <p:blipFill>
          <a:blip r:embed="rId3">
            <a:alphaModFix/>
          </a:blip>
          <a:stretch>
            <a:fillRect/>
          </a:stretch>
        </p:blipFill>
        <p:spPr>
          <a:xfrm>
            <a:off x="465844" y="447000"/>
            <a:ext cx="2639349" cy="483825"/>
          </a:xfrm>
          <a:prstGeom prst="rect">
            <a:avLst/>
          </a:prstGeom>
          <a:noFill/>
          <a:ln>
            <a:noFill/>
          </a:ln>
        </p:spPr>
      </p:pic>
      <p:sp>
        <p:nvSpPr>
          <p:cNvPr id="2" name="Slide Number Placeholder 14">
            <a:extLst>
              <a:ext uri="{FF2B5EF4-FFF2-40B4-BE49-F238E27FC236}">
                <a16:creationId xmlns:a16="http://schemas.microsoft.com/office/drawing/2014/main" id="{EFEC0171-E9AE-26E5-71A5-E82249F2EA75}"/>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Alternative Title Slide">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7" name="Google Shape;57;p14"/>
          <p:cNvSpPr/>
          <p:nvPr/>
        </p:nvSpPr>
        <p:spPr>
          <a:xfrm>
            <a:off x="0" y="0"/>
            <a:ext cx="9144000" cy="5143500"/>
          </a:xfrm>
          <a:prstGeom prst="rect">
            <a:avLst/>
          </a:prstGeom>
          <a:gradFill>
            <a:gsLst>
              <a:gs pos="0">
                <a:schemeClr val="accent1"/>
              </a:gs>
              <a:gs pos="100000">
                <a:srgbClr val="0E66F3">
                  <a:alpha val="0"/>
                </a:srgbClr>
              </a:gs>
            </a:gsLst>
            <a:lin ang="0"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ndParaRPr>
          </a:p>
        </p:txBody>
      </p:sp>
      <p:sp>
        <p:nvSpPr>
          <p:cNvPr id="55" name="Google Shape;55;p14"/>
          <p:cNvSpPr txBox="1">
            <a:spLocks noGrp="1"/>
          </p:cNvSpPr>
          <p:nvPr>
            <p:ph type="ctrTitle"/>
          </p:nvPr>
        </p:nvSpPr>
        <p:spPr>
          <a:xfrm>
            <a:off x="3384000" y="1354175"/>
            <a:ext cx="5448308" cy="2052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200"/>
              <a:buNone/>
              <a:defRPr sz="5200" b="1">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a:endParaRPr/>
          </a:p>
        </p:txBody>
      </p:sp>
      <p:sp>
        <p:nvSpPr>
          <p:cNvPr id="56" name="Google Shape;56;p14"/>
          <p:cNvSpPr txBox="1">
            <a:spLocks noGrp="1"/>
          </p:cNvSpPr>
          <p:nvPr>
            <p:ph type="subTitle" idx="1"/>
          </p:nvPr>
        </p:nvSpPr>
        <p:spPr>
          <a:xfrm>
            <a:off x="311700" y="3443725"/>
            <a:ext cx="2777100" cy="792600"/>
          </a:xfrm>
          <a:prstGeom prst="rect">
            <a:avLst/>
          </a:prstGeom>
        </p:spPr>
        <p:txBody>
          <a:bodyPr spcFirstLastPara="1" wrap="square" lIns="91425" tIns="91425" rIns="91425" bIns="91425" anchor="ctr" anchorCtr="0">
            <a:normAutofit/>
          </a:bodyPr>
          <a:lstStyle>
            <a:lvl1pPr lvl="0">
              <a:lnSpc>
                <a:spcPct val="100000"/>
              </a:lnSpc>
              <a:spcBef>
                <a:spcPts val="0"/>
              </a:spcBef>
              <a:spcAft>
                <a:spcPts val="0"/>
              </a:spcAft>
              <a:buClr>
                <a:schemeClr val="lt1"/>
              </a:buClr>
              <a:buSzPts val="2800"/>
              <a:buNone/>
              <a:defRPr sz="2800">
                <a:solidFill>
                  <a:schemeClr val="lt1"/>
                </a:solidFill>
              </a:defRPr>
            </a:lvl1pPr>
            <a:lvl2pPr lvl="1">
              <a:lnSpc>
                <a:spcPct val="100000"/>
              </a:lnSpc>
              <a:spcBef>
                <a:spcPts val="0"/>
              </a:spcBef>
              <a:spcAft>
                <a:spcPts val="0"/>
              </a:spcAft>
              <a:buClr>
                <a:schemeClr val="lt1"/>
              </a:buClr>
              <a:buSzPts val="2800"/>
              <a:buNone/>
              <a:defRPr sz="2800">
                <a:solidFill>
                  <a:schemeClr val="lt1"/>
                </a:solidFill>
              </a:defRPr>
            </a:lvl2pPr>
            <a:lvl3pPr lvl="2">
              <a:lnSpc>
                <a:spcPct val="100000"/>
              </a:lnSpc>
              <a:spcBef>
                <a:spcPts val="0"/>
              </a:spcBef>
              <a:spcAft>
                <a:spcPts val="0"/>
              </a:spcAft>
              <a:buClr>
                <a:schemeClr val="lt1"/>
              </a:buClr>
              <a:buSzPts val="2800"/>
              <a:buNone/>
              <a:defRPr sz="2800">
                <a:solidFill>
                  <a:schemeClr val="lt1"/>
                </a:solidFill>
              </a:defRPr>
            </a:lvl3pPr>
            <a:lvl4pPr lvl="3">
              <a:lnSpc>
                <a:spcPct val="100000"/>
              </a:lnSpc>
              <a:spcBef>
                <a:spcPts val="0"/>
              </a:spcBef>
              <a:spcAft>
                <a:spcPts val="0"/>
              </a:spcAft>
              <a:buClr>
                <a:schemeClr val="lt1"/>
              </a:buClr>
              <a:buSzPts val="2800"/>
              <a:buNone/>
              <a:defRPr sz="2800">
                <a:solidFill>
                  <a:schemeClr val="lt1"/>
                </a:solidFill>
              </a:defRPr>
            </a:lvl4pPr>
            <a:lvl5pPr lvl="4">
              <a:lnSpc>
                <a:spcPct val="100000"/>
              </a:lnSpc>
              <a:spcBef>
                <a:spcPts val="0"/>
              </a:spcBef>
              <a:spcAft>
                <a:spcPts val="0"/>
              </a:spcAft>
              <a:buClr>
                <a:schemeClr val="lt1"/>
              </a:buClr>
              <a:buSzPts val="2800"/>
              <a:buNone/>
              <a:defRPr sz="2800">
                <a:solidFill>
                  <a:schemeClr val="lt1"/>
                </a:solidFill>
              </a:defRPr>
            </a:lvl5pPr>
            <a:lvl6pPr lvl="5">
              <a:lnSpc>
                <a:spcPct val="100000"/>
              </a:lnSpc>
              <a:spcBef>
                <a:spcPts val="0"/>
              </a:spcBef>
              <a:spcAft>
                <a:spcPts val="0"/>
              </a:spcAft>
              <a:buClr>
                <a:schemeClr val="lt1"/>
              </a:buClr>
              <a:buSzPts val="2800"/>
              <a:buNone/>
              <a:defRPr sz="2800">
                <a:solidFill>
                  <a:schemeClr val="lt1"/>
                </a:solidFill>
              </a:defRPr>
            </a:lvl6pPr>
            <a:lvl7pPr lvl="6">
              <a:lnSpc>
                <a:spcPct val="100000"/>
              </a:lnSpc>
              <a:spcBef>
                <a:spcPts val="0"/>
              </a:spcBef>
              <a:spcAft>
                <a:spcPts val="0"/>
              </a:spcAft>
              <a:buClr>
                <a:schemeClr val="lt1"/>
              </a:buClr>
              <a:buSzPts val="2800"/>
              <a:buNone/>
              <a:defRPr sz="2800">
                <a:solidFill>
                  <a:schemeClr val="lt1"/>
                </a:solidFill>
              </a:defRPr>
            </a:lvl7pPr>
            <a:lvl8pPr lvl="7">
              <a:lnSpc>
                <a:spcPct val="100000"/>
              </a:lnSpc>
              <a:spcBef>
                <a:spcPts val="0"/>
              </a:spcBef>
              <a:spcAft>
                <a:spcPts val="0"/>
              </a:spcAft>
              <a:buClr>
                <a:schemeClr val="lt1"/>
              </a:buClr>
              <a:buSzPts val="2800"/>
              <a:buNone/>
              <a:defRPr sz="2800">
                <a:solidFill>
                  <a:schemeClr val="lt1"/>
                </a:solidFill>
              </a:defRPr>
            </a:lvl8pPr>
            <a:lvl9pPr lvl="8">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2" name="Slide Number Placeholder 14">
            <a:extLst>
              <a:ext uri="{FF2B5EF4-FFF2-40B4-BE49-F238E27FC236}">
                <a16:creationId xmlns:a16="http://schemas.microsoft.com/office/drawing/2014/main" id="{C87259A4-6778-5AE6-27B2-A8FFF4A74AEC}"/>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pic>
        <p:nvPicPr>
          <p:cNvPr id="3" name="Google Shape;58;p14" title="neonephos_white.png">
            <a:extLst>
              <a:ext uri="{FF2B5EF4-FFF2-40B4-BE49-F238E27FC236}">
                <a16:creationId xmlns:a16="http://schemas.microsoft.com/office/drawing/2014/main" id="{8FE4159C-75AB-36AF-9084-6B750F73E0DB}"/>
              </a:ext>
            </a:extLst>
          </p:cNvPr>
          <p:cNvPicPr preferRelativeResize="0"/>
          <p:nvPr userDrawn="1"/>
        </p:nvPicPr>
        <p:blipFill>
          <a:blip r:embed="rId3">
            <a:alphaModFix/>
          </a:blip>
          <a:stretch>
            <a:fillRect/>
          </a:stretch>
        </p:blipFill>
        <p:spPr>
          <a:xfrm>
            <a:off x="380575" y="423350"/>
            <a:ext cx="2639349" cy="483825"/>
          </a:xfrm>
          <a:prstGeom prst="rect">
            <a:avLst/>
          </a:prstGeom>
          <a:noFill/>
          <a:ln>
            <a:noFill/>
          </a:ln>
        </p:spPr>
      </p:pic>
    </p:spTree>
    <p:extLst>
      <p:ext uri="{BB962C8B-B14F-4D97-AF65-F5344CB8AC3E}">
        <p14:creationId xmlns:p14="http://schemas.microsoft.com/office/powerpoint/2010/main" val="393456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gradFill>
          <a:gsLst>
            <a:gs pos="0">
              <a:schemeClr val="accent1"/>
            </a:gs>
            <a:gs pos="100000">
              <a:schemeClr val="accent2"/>
            </a:gs>
          </a:gsLst>
          <a:lin ang="0" scaled="0"/>
        </a:gradFill>
        <a:effectLst/>
      </p:bgPr>
    </p:bg>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b="1">
                <a:solidFill>
                  <a:schemeClr val="lt1"/>
                </a:solidFill>
                <a:latin typeface="+mj-lt"/>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3" name="Slide Number Placeholder 14">
            <a:extLst>
              <a:ext uri="{FF2B5EF4-FFF2-40B4-BE49-F238E27FC236}">
                <a16:creationId xmlns:a16="http://schemas.microsoft.com/office/drawing/2014/main" id="{F42E9FFE-ACFE-A8BC-F8FD-C4BCCAF1759A}"/>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pic>
        <p:nvPicPr>
          <p:cNvPr id="4" name="Google Shape;58;p14" title="neonephos_white.png">
            <a:extLst>
              <a:ext uri="{FF2B5EF4-FFF2-40B4-BE49-F238E27FC236}">
                <a16:creationId xmlns:a16="http://schemas.microsoft.com/office/drawing/2014/main" id="{3539F88C-CDC5-24DC-DDB4-39A157FCC3A2}"/>
              </a:ext>
            </a:extLst>
          </p:cNvPr>
          <p:cNvPicPr preferRelativeResize="0"/>
          <p:nvPr userDrawn="1"/>
        </p:nvPicPr>
        <p:blipFill>
          <a:blip r:embed="rId2">
            <a:alphaModFix/>
          </a:blip>
          <a:stretch>
            <a:fillRect/>
          </a:stretch>
        </p:blipFill>
        <p:spPr>
          <a:xfrm>
            <a:off x="311700" y="376237"/>
            <a:ext cx="1338645" cy="2453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userDrawn="1">
  <p:cSld name="Antitrust Policy (MANDATORY!)">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p:nvPr>
        </p:nvSpPr>
        <p:spPr>
          <a:xfrm>
            <a:off x="628650" y="1370013"/>
            <a:ext cx="7886700" cy="3262312"/>
          </a:xfrm>
          <a:prstGeom prst="rect">
            <a:avLst/>
          </a:prstGeom>
        </p:spPr>
        <p:txBody>
          <a:bodyPr vert="horz" lIns="91440" tIns="45720" rIns="91440" bIns="45720" rtlCol="0">
            <a:normAutofit/>
          </a:bodyPr>
          <a:lstStyle/>
          <a:p>
            <a:pPr marL="177800" lvl="0" indent="-177800">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177800" lvl="0" indent="-76200">
              <a:lnSpc>
                <a:spcPct val="90000"/>
              </a:lnSpc>
              <a:spcBef>
                <a:spcPts val="800"/>
              </a:spcBef>
              <a:buClr>
                <a:srgbClr val="168FDF"/>
              </a:buClr>
              <a:buSzPts val="1700"/>
              <a:buNone/>
            </a:pPr>
            <a:endParaRPr lang="en-US" dirty="0">
              <a:solidFill>
                <a:srgbClr val="2F2F2F"/>
              </a:solidFill>
              <a:latin typeface="+mn-lt"/>
              <a:ea typeface="Gill Sans"/>
              <a:cs typeface="Gill Sans"/>
              <a:sym typeface="Gill Sans"/>
            </a:endParaRPr>
          </a:p>
          <a:p>
            <a:pPr marL="177800" lvl="0" indent="-177800">
              <a:lnSpc>
                <a:spcPct val="90000"/>
              </a:lnSpc>
              <a:spcBef>
                <a:spcPts val="800"/>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
        <p:nvSpPr>
          <p:cNvPr id="5" name="Slide Number Placeholder 14">
            <a:extLst>
              <a:ext uri="{FF2B5EF4-FFF2-40B4-BE49-F238E27FC236}">
                <a16:creationId xmlns:a16="http://schemas.microsoft.com/office/drawing/2014/main" id="{EE18089A-6AC1-8071-D1E1-EED70EFEBEAC}"/>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pic>
        <p:nvPicPr>
          <p:cNvPr id="6" name="Google Shape;75;p17" title="neonephos_color.png">
            <a:extLst>
              <a:ext uri="{FF2B5EF4-FFF2-40B4-BE49-F238E27FC236}">
                <a16:creationId xmlns:a16="http://schemas.microsoft.com/office/drawing/2014/main" id="{08EAD3CF-AF0C-A8B5-3757-3809686D3A8C}"/>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solidFill>
                  <a:schemeClr val="tx1"/>
                </a:solidFill>
                <a:latin typeface="+mj-l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0" name="Google Shape;80;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
        <p:nvSpPr>
          <p:cNvPr id="81" name="Google Shape;81;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pic>
        <p:nvPicPr>
          <p:cNvPr id="4" name="Google Shape;75;p17" title="neonephos_color.png">
            <a:extLst>
              <a:ext uri="{FF2B5EF4-FFF2-40B4-BE49-F238E27FC236}">
                <a16:creationId xmlns:a16="http://schemas.microsoft.com/office/drawing/2014/main" id="{C1E76F60-0E72-E0E4-625F-457A103AE5E0}"/>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
        <p:nvSpPr>
          <p:cNvPr id="7" name="Slide Number Placeholder 14">
            <a:extLst>
              <a:ext uri="{FF2B5EF4-FFF2-40B4-BE49-F238E27FC236}">
                <a16:creationId xmlns:a16="http://schemas.microsoft.com/office/drawing/2014/main" id="{11C9DAA7-4F69-4128-B693-FB91EB068D53}"/>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Column + Imagee">
  <p:cSld name="Title, Column + Imagee">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solidFill>
                  <a:schemeClr val="tx1"/>
                </a:solidFill>
                <a:latin typeface="+mj-l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8" name="Google Shape;88;p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3" name="Google Shape;93;p19"/>
          <p:cNvSpPr>
            <a:spLocks noGrp="1"/>
          </p:cNvSpPr>
          <p:nvPr>
            <p:ph type="pic" idx="2"/>
          </p:nvPr>
        </p:nvSpPr>
        <p:spPr>
          <a:xfrm>
            <a:off x="5165825" y="1152475"/>
            <a:ext cx="3416400" cy="3416400"/>
          </a:xfrm>
          <a:prstGeom prst="roundRect">
            <a:avLst>
              <a:gd name="adj" fmla="val 16667"/>
            </a:avLst>
          </a:prstGeom>
          <a:noFill/>
          <a:ln>
            <a:noFill/>
          </a:ln>
        </p:spPr>
      </p:sp>
      <p:pic>
        <p:nvPicPr>
          <p:cNvPr id="3" name="Google Shape;75;p17" title="neonephos_color.png">
            <a:extLst>
              <a:ext uri="{FF2B5EF4-FFF2-40B4-BE49-F238E27FC236}">
                <a16:creationId xmlns:a16="http://schemas.microsoft.com/office/drawing/2014/main" id="{B448ADAA-EA60-E612-F358-CA117B0996DC}"/>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
        <p:nvSpPr>
          <p:cNvPr id="2" name="Slide Number Placeholder 14">
            <a:extLst>
              <a:ext uri="{FF2B5EF4-FFF2-40B4-BE49-F238E27FC236}">
                <a16:creationId xmlns:a16="http://schemas.microsoft.com/office/drawing/2014/main" id="{E92231B6-D1DD-3062-D0C0-D152A7873F91}"/>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3_Title 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solidFill>
                  <a:schemeClr val="tx1"/>
                </a:solidFill>
                <a:latin typeface="+mj-l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2" name="Google Shape;75;p17" title="neonephos_color.png">
            <a:extLst>
              <a:ext uri="{FF2B5EF4-FFF2-40B4-BE49-F238E27FC236}">
                <a16:creationId xmlns:a16="http://schemas.microsoft.com/office/drawing/2014/main" id="{7A4ADD31-EC4D-BD16-D73D-0C190343D4CC}"/>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
        <p:nvSpPr>
          <p:cNvPr id="3" name="Slide Number Placeholder 14">
            <a:extLst>
              <a:ext uri="{FF2B5EF4-FFF2-40B4-BE49-F238E27FC236}">
                <a16:creationId xmlns:a16="http://schemas.microsoft.com/office/drawing/2014/main" id="{E6E80AA0-E3FB-37F5-C307-93C4886F9886}"/>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solidFill>
                  <a:schemeClr val="tx1"/>
                </a:solidFill>
                <a:latin typeface="+mj-l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lang="en-US" dirty="0"/>
          </a:p>
        </p:txBody>
      </p:sp>
      <p:sp>
        <p:nvSpPr>
          <p:cNvPr id="2" name="Rectangle 1">
            <a:extLst>
              <a:ext uri="{FF2B5EF4-FFF2-40B4-BE49-F238E27FC236}">
                <a16:creationId xmlns:a16="http://schemas.microsoft.com/office/drawing/2014/main" id="{B8F316C9-C6E2-9389-1118-1AFDEF3AF72C}"/>
              </a:ext>
            </a:extLst>
          </p:cNvPr>
          <p:cNvSpPr/>
          <p:nvPr userDrawn="1"/>
        </p:nvSpPr>
        <p:spPr>
          <a:xfrm>
            <a:off x="0" y="5097781"/>
            <a:ext cx="9143999" cy="45719"/>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75;p17" title="neonephos_color.png">
            <a:extLst>
              <a:ext uri="{FF2B5EF4-FFF2-40B4-BE49-F238E27FC236}">
                <a16:creationId xmlns:a16="http://schemas.microsoft.com/office/drawing/2014/main" id="{21B67999-6C44-34D1-03B2-009289EBDC54}"/>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
        <p:nvSpPr>
          <p:cNvPr id="3" name="Slide Number Placeholder 14">
            <a:extLst>
              <a:ext uri="{FF2B5EF4-FFF2-40B4-BE49-F238E27FC236}">
                <a16:creationId xmlns:a16="http://schemas.microsoft.com/office/drawing/2014/main" id="{6A293A95-B14A-11F1-0F3C-9F068E4AEFA4}"/>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extLst>
      <p:ext uri="{BB962C8B-B14F-4D97-AF65-F5344CB8AC3E}">
        <p14:creationId xmlns:p14="http://schemas.microsoft.com/office/powerpoint/2010/main" val="3508285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enter Title + Images">
  <p:cSld name="Center Title + Images">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lgn="l">
              <a:spcBef>
                <a:spcPts val="0"/>
              </a:spcBef>
              <a:spcAft>
                <a:spcPts val="0"/>
              </a:spcAft>
              <a:buSzPts val="2800"/>
              <a:buNone/>
              <a:defRPr b="0">
                <a:solidFill>
                  <a:schemeClr val="tx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dirty="0"/>
          </a:p>
        </p:txBody>
      </p:sp>
      <p:sp>
        <p:nvSpPr>
          <p:cNvPr id="106" name="Google Shape;106;p21"/>
          <p:cNvSpPr>
            <a:spLocks noGrp="1"/>
          </p:cNvSpPr>
          <p:nvPr>
            <p:ph type="pic" idx="2"/>
          </p:nvPr>
        </p:nvSpPr>
        <p:spPr>
          <a:xfrm>
            <a:off x="824688" y="1808863"/>
            <a:ext cx="1430400" cy="1430400"/>
          </a:xfrm>
          <a:prstGeom prst="ellipse">
            <a:avLst/>
          </a:prstGeom>
          <a:noFill/>
          <a:ln>
            <a:noFill/>
          </a:ln>
        </p:spPr>
        <p:txBody>
          <a:bodyPr/>
          <a:lstStyle/>
          <a:p>
            <a:endParaRPr lang="en-US"/>
          </a:p>
        </p:txBody>
      </p:sp>
      <p:sp>
        <p:nvSpPr>
          <p:cNvPr id="107" name="Google Shape;107;p21"/>
          <p:cNvSpPr>
            <a:spLocks noGrp="1"/>
          </p:cNvSpPr>
          <p:nvPr>
            <p:ph type="pic" idx="3"/>
          </p:nvPr>
        </p:nvSpPr>
        <p:spPr>
          <a:xfrm>
            <a:off x="2846096" y="1808863"/>
            <a:ext cx="1430400" cy="1430400"/>
          </a:xfrm>
          <a:prstGeom prst="ellipse">
            <a:avLst/>
          </a:prstGeom>
          <a:noFill/>
          <a:ln>
            <a:noFill/>
          </a:ln>
        </p:spPr>
        <p:txBody>
          <a:bodyPr/>
          <a:lstStyle/>
          <a:p>
            <a:endParaRPr lang="en-US"/>
          </a:p>
        </p:txBody>
      </p:sp>
      <p:sp>
        <p:nvSpPr>
          <p:cNvPr id="108" name="Google Shape;108;p21"/>
          <p:cNvSpPr>
            <a:spLocks noGrp="1"/>
          </p:cNvSpPr>
          <p:nvPr>
            <p:ph type="pic" idx="4"/>
          </p:nvPr>
        </p:nvSpPr>
        <p:spPr>
          <a:xfrm>
            <a:off x="4867504" y="1808863"/>
            <a:ext cx="1430400" cy="1430400"/>
          </a:xfrm>
          <a:prstGeom prst="ellipse">
            <a:avLst/>
          </a:prstGeom>
          <a:noFill/>
          <a:ln>
            <a:noFill/>
          </a:ln>
        </p:spPr>
        <p:txBody>
          <a:bodyPr/>
          <a:lstStyle/>
          <a:p>
            <a:endParaRPr lang="en-US"/>
          </a:p>
        </p:txBody>
      </p:sp>
      <p:sp>
        <p:nvSpPr>
          <p:cNvPr id="109" name="Google Shape;109;p21"/>
          <p:cNvSpPr>
            <a:spLocks noGrp="1"/>
          </p:cNvSpPr>
          <p:nvPr>
            <p:ph type="pic" idx="5"/>
          </p:nvPr>
        </p:nvSpPr>
        <p:spPr>
          <a:xfrm>
            <a:off x="6888913" y="1808863"/>
            <a:ext cx="1430400" cy="1430400"/>
          </a:xfrm>
          <a:prstGeom prst="ellipse">
            <a:avLst/>
          </a:prstGeom>
          <a:noFill/>
          <a:ln>
            <a:noFill/>
          </a:ln>
        </p:spPr>
        <p:txBody>
          <a:bodyPr/>
          <a:lstStyle/>
          <a:p>
            <a:endParaRPr lang="en-US"/>
          </a:p>
        </p:txBody>
      </p:sp>
      <p:pic>
        <p:nvPicPr>
          <p:cNvPr id="3" name="Google Shape;75;p17" title="neonephos_color.png">
            <a:extLst>
              <a:ext uri="{FF2B5EF4-FFF2-40B4-BE49-F238E27FC236}">
                <a16:creationId xmlns:a16="http://schemas.microsoft.com/office/drawing/2014/main" id="{B7B1698C-9F20-D53C-D9D3-0B058493E576}"/>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
        <p:nvSpPr>
          <p:cNvPr id="2" name="Slide Number Placeholder 14">
            <a:extLst>
              <a:ext uri="{FF2B5EF4-FFF2-40B4-BE49-F238E27FC236}">
                <a16:creationId xmlns:a16="http://schemas.microsoft.com/office/drawing/2014/main" id="{9D636347-5D73-F54F-71E7-CC716CF15524}"/>
              </a:ext>
            </a:extLst>
          </p:cNvPr>
          <p:cNvSpPr>
            <a:spLocks noGrp="1"/>
          </p:cNvSpPr>
          <p:nvPr>
            <p:ph type="sldNum" sz="quarter" idx="10"/>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118"/>
        <p:cNvGrpSpPr/>
        <p:nvPr/>
      </p:nvGrpSpPr>
      <p:grpSpPr>
        <a:xfrm>
          <a:off x="0" y="0"/>
          <a:ext cx="0" cy="0"/>
          <a:chOff x="0" y="0"/>
          <a:chExt cx="0" cy="0"/>
        </a:xfrm>
      </p:grpSpPr>
      <p:pic>
        <p:nvPicPr>
          <p:cNvPr id="3" name="Google Shape;75;p17" title="neonephos_color.png">
            <a:extLst>
              <a:ext uri="{FF2B5EF4-FFF2-40B4-BE49-F238E27FC236}">
                <a16:creationId xmlns:a16="http://schemas.microsoft.com/office/drawing/2014/main" id="{C431BF00-C376-D714-197B-730567ACF1DD}"/>
              </a:ext>
            </a:extLst>
          </p:cNvPr>
          <p:cNvPicPr preferRelativeResize="0"/>
          <p:nvPr userDrawn="1"/>
        </p:nvPicPr>
        <p:blipFill>
          <a:blip r:embed="rId2">
            <a:alphaModFix/>
          </a:blip>
          <a:stretch>
            <a:fillRect/>
          </a:stretch>
        </p:blipFill>
        <p:spPr>
          <a:xfrm>
            <a:off x="7853826" y="128441"/>
            <a:ext cx="1117426" cy="2048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311700" y="445025"/>
            <a:ext cx="8520600" cy="572700"/>
          </a:xfrm>
          <a:prstGeom prst="rect">
            <a:avLst/>
          </a:prstGeom>
        </p:spPr>
        <p:txBody>
          <a:bodyPr/>
          <a:lstStyle>
            <a:lvl1pPr>
              <a:defRPr b="1" i="0">
                <a:solidFill>
                  <a:schemeClr val="tx1"/>
                </a:solidFill>
                <a:latin typeface="+mj-lt"/>
              </a:defRPr>
            </a:lvl1pPr>
          </a:lstStyle>
          <a:p>
            <a:r>
              <a:rPr lang="en-US" noProof="0"/>
              <a:t>Insert page title (sentence case)</a:t>
            </a:r>
            <a:endParaRPr lang="en-US"/>
          </a:p>
        </p:txBody>
      </p:sp>
      <p:sp>
        <p:nvSpPr>
          <p:cNvPr id="2" name="Slide Number Placeholder 14">
            <a:extLst>
              <a:ext uri="{FF2B5EF4-FFF2-40B4-BE49-F238E27FC236}">
                <a16:creationId xmlns:a16="http://schemas.microsoft.com/office/drawing/2014/main" id="{F7F4B1AD-1B0C-D39E-1A2D-6A6F25971CCE}"/>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extLst>
      <p:ext uri="{BB962C8B-B14F-4D97-AF65-F5344CB8AC3E}">
        <p14:creationId xmlns:p14="http://schemas.microsoft.com/office/powerpoint/2010/main" val="132315707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110"/>
        <p:cNvGrpSpPr/>
        <p:nvPr/>
      </p:nvGrpSpPr>
      <p:grpSpPr>
        <a:xfrm>
          <a:off x="0" y="0"/>
          <a:ext cx="0" cy="0"/>
          <a:chOff x="0" y="0"/>
          <a:chExt cx="0" cy="0"/>
        </a:xfrm>
      </p:grpSpPr>
      <p:sp>
        <p:nvSpPr>
          <p:cNvPr id="114" name="Google Shape;114;p22"/>
          <p:cNvSpPr/>
          <p:nvPr/>
        </p:nvSpPr>
        <p:spPr>
          <a:xfrm>
            <a:off x="4572000" y="0"/>
            <a:ext cx="4572000" cy="5143500"/>
          </a:xfrm>
          <a:prstGeom prst="rect">
            <a:avLst/>
          </a:prstGeom>
          <a:gradFill>
            <a:gsLst>
              <a:gs pos="0">
                <a:schemeClr val="accent1"/>
              </a:gs>
              <a:gs pos="100000">
                <a:srgbClr val="0E66F3">
                  <a:alpha val="0"/>
                </a:srgbClr>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2"/>
          <p:cNvSpPr/>
          <p:nvPr/>
        </p:nvSpPr>
        <p:spPr>
          <a:xfrm>
            <a:off x="2100" y="0"/>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2" name="Google Shape;112;p22"/>
          <p:cNvSpPr txBox="1">
            <a:spLocks noGrp="1"/>
          </p:cNvSpPr>
          <p:nvPr>
            <p:ph type="title"/>
          </p:nvPr>
        </p:nvSpPr>
        <p:spPr>
          <a:xfrm>
            <a:off x="265500" y="1246525"/>
            <a:ext cx="4045200" cy="2650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sz="4200" b="1">
                <a:solidFill>
                  <a:schemeClr val="tx1"/>
                </a:solidFill>
                <a:latin typeface="+mj-l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dirty="0"/>
          </a:p>
        </p:txBody>
      </p:sp>
      <p:sp>
        <p:nvSpPr>
          <p:cNvPr id="113" name="Google Shape;113;p22"/>
          <p:cNvSpPr txBox="1">
            <a:spLocks noGrp="1"/>
          </p:cNvSpPr>
          <p:nvPr>
            <p:ph type="body" idx="1"/>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pic>
        <p:nvPicPr>
          <p:cNvPr id="3" name="Google Shape;69;p16" title="neonephos_color.png">
            <a:extLst>
              <a:ext uri="{FF2B5EF4-FFF2-40B4-BE49-F238E27FC236}">
                <a16:creationId xmlns:a16="http://schemas.microsoft.com/office/drawing/2014/main" id="{9A047ABF-F5DB-5ABF-7834-5E5A314A547C}"/>
              </a:ext>
            </a:extLst>
          </p:cNvPr>
          <p:cNvPicPr preferRelativeResize="0"/>
          <p:nvPr userDrawn="1"/>
        </p:nvPicPr>
        <p:blipFill>
          <a:blip r:embed="rId3">
            <a:alphaModFix/>
          </a:blip>
          <a:stretch>
            <a:fillRect/>
          </a:stretch>
        </p:blipFill>
        <p:spPr>
          <a:xfrm>
            <a:off x="7885970" y="115732"/>
            <a:ext cx="1117426" cy="204825"/>
          </a:xfrm>
          <a:prstGeom prst="rect">
            <a:avLst/>
          </a:prstGeom>
          <a:noFill/>
          <a:ln>
            <a:noFill/>
          </a:ln>
        </p:spPr>
      </p:pic>
      <p:sp>
        <p:nvSpPr>
          <p:cNvPr id="2" name="Slide Number Placeholder 14">
            <a:extLst>
              <a:ext uri="{FF2B5EF4-FFF2-40B4-BE49-F238E27FC236}">
                <a16:creationId xmlns:a16="http://schemas.microsoft.com/office/drawing/2014/main" id="{BDE4B93D-58E2-890F-6708-9B4B81636555}"/>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2CDE0271-ED66-813B-017A-A9A71DD639B7}"/>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3" name="Title"/>
          <p:cNvSpPr>
            <a:spLocks noGrp="1"/>
          </p:cNvSpPr>
          <p:nvPr>
            <p:ph type="title"/>
          </p:nvPr>
        </p:nvSpPr>
        <p:spPr>
          <a:xfrm>
            <a:off x="377902" y="2387084"/>
            <a:ext cx="3455720" cy="738664"/>
          </a:xfrm>
          <a:prstGeom prst="rect">
            <a:avLst/>
          </a:prstGeom>
        </p:spPr>
        <p:txBody>
          <a:bodyPr/>
          <a:lstStyle>
            <a:lvl1pPr marL="0" algn="l" defTabSz="816173" rtl="0" eaLnBrk="1" latinLnBrk="0" hangingPunct="1">
              <a:spcBef>
                <a:spcPct val="0"/>
              </a:spcBef>
              <a:buNone/>
              <a:defRPr lang="en-US" sz="2400" b="1" i="0" kern="1200" baseline="0" dirty="0">
                <a:solidFill>
                  <a:schemeClr val="tx1"/>
                </a:solidFill>
                <a:latin typeface="+mj-lt"/>
                <a:ea typeface="+mj-ea"/>
                <a:cs typeface="+mj-cs"/>
              </a:defRPr>
            </a:lvl1pPr>
          </a:lstStyle>
          <a:p>
            <a:endParaRPr lang="en-US"/>
          </a:p>
        </p:txBody>
      </p:sp>
      <p:sp>
        <p:nvSpPr>
          <p:cNvPr id="2" name="Slide Number Placeholder 14">
            <a:extLst>
              <a:ext uri="{FF2B5EF4-FFF2-40B4-BE49-F238E27FC236}">
                <a16:creationId xmlns:a16="http://schemas.microsoft.com/office/drawing/2014/main" id="{CDE8B590-2EE5-BEC3-2D94-B2F73614D514}"/>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extLst>
      <p:ext uri="{BB962C8B-B14F-4D97-AF65-F5344CB8AC3E}">
        <p14:creationId xmlns:p14="http://schemas.microsoft.com/office/powerpoint/2010/main" val="1146382038"/>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userDrawn="1">
  <p:cSld name="1_Title slid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2" name="Google Shape;12;p2"/>
          <p:cNvSpPr/>
          <p:nvPr userDrawn="1"/>
        </p:nvSpPr>
        <p:spPr>
          <a:xfrm>
            <a:off x="0" y="0"/>
            <a:ext cx="9144000" cy="5143500"/>
          </a:xfrm>
          <a:prstGeom prst="rect">
            <a:avLst/>
          </a:prstGeom>
          <a:gradFill flip="none" rotWithShape="1">
            <a:gsLst>
              <a:gs pos="29000">
                <a:schemeClr val="accent1"/>
              </a:gs>
              <a:gs pos="100000">
                <a:srgbClr val="0E66F3">
                  <a:alpha val="0"/>
                </a:srgbClr>
              </a:gs>
            </a:gsLst>
            <a:lin ang="16800000" scaled="0"/>
            <a:tileRect/>
          </a:gradFill>
          <a:ln w="9525" cap="flat" cmpd="sng">
            <a:solidFill>
              <a:schemeClr val="dk2"/>
            </a:solidFill>
            <a:prstDash val="solid"/>
            <a:round/>
            <a:headEnd type="none" w="sm" len="sm"/>
            <a:tailEnd type="none" w="sm" len="sm"/>
          </a:ln>
        </p:spPr>
        <p:txBody>
          <a:bodyPr spcFirstLastPara="1" wrap="square" lIns="91401" tIns="91401" rIns="91401" bIns="91401" anchor="ctr" anchorCtr="0">
            <a:noAutofit/>
          </a:bodyPr>
          <a:lstStyle/>
          <a:p>
            <a:pPr marL="0" lvl="0" indent="0" algn="ctr" rtl="0">
              <a:spcBef>
                <a:spcPts val="0"/>
              </a:spcBef>
              <a:spcAft>
                <a:spcPts val="0"/>
              </a:spcAft>
              <a:buNone/>
            </a:pPr>
            <a:endParaRPr sz="2099"/>
          </a:p>
        </p:txBody>
      </p:sp>
    </p:spTree>
    <p:extLst>
      <p:ext uri="{BB962C8B-B14F-4D97-AF65-F5344CB8AC3E}">
        <p14:creationId xmlns:p14="http://schemas.microsoft.com/office/powerpoint/2010/main" val="352739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EA8DD531-0253-1DBC-1EC4-EA9034697324}"/>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59" r:id="rId1"/>
    <p:sldLayoutId id="2147483681" r:id="rId2"/>
    <p:sldLayoutId id="2147483661" r:id="rId3"/>
    <p:sldLayoutId id="2147483662" r:id="rId4"/>
    <p:sldLayoutId id="2147483663" r:id="rId5"/>
    <p:sldLayoutId id="2147483664" r:id="rId6"/>
    <p:sldLayoutId id="2147483665" r:id="rId7"/>
    <p:sldLayoutId id="2147483672" r:id="rId8"/>
    <p:sldLayoutId id="2147483666" r:id="rId9"/>
    <p:sldLayoutId id="2147483668" r:id="rId10"/>
    <p:sldLayoutId id="2147483673" r:id="rId11"/>
    <p:sldLayoutId id="2147483667" r:id="rId12"/>
    <p:sldLayoutId id="2147483679" r:id="rId13"/>
    <p:sldLayoutId id="2147483680" r:id="rId14"/>
    <p:sldLayoutId id="214748368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800" b="1" i="0" u="none" strike="noStrike" cap="none">
          <a:solidFill>
            <a:schemeClr val="tx1"/>
          </a:solidFill>
          <a:latin typeface="+mj-lt"/>
          <a:ea typeface="Aptos SemiBold" panose="020B0004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US" sz="1400" b="0" i="0" u="none" strike="noStrike" cap="none" dirty="0">
          <a:solidFill>
            <a:srgbClr val="2F2F2F"/>
          </a:solidFill>
          <a:latin typeface="Aptos Display" panose="020B0004020202020204" pitchFamily="34" charset="0"/>
          <a:ea typeface="Aptos Display" panose="020B0004020202020204" pitchFamily="34" charset="0"/>
          <a:cs typeface="Arial"/>
          <a:sym typeface="Gill Sans"/>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svg"/><Relationship Id="rId26" Type="http://schemas.openxmlformats.org/officeDocument/2006/relationships/image" Target="../media/image28.svg"/><Relationship Id="rId3" Type="http://schemas.openxmlformats.org/officeDocument/2006/relationships/image" Target="../media/image5.jp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9.xml"/><Relationship Id="rId16" Type="http://schemas.openxmlformats.org/officeDocument/2006/relationships/image" Target="../media/image18.svg"/><Relationship Id="rId20"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sv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svg"/><Relationship Id="rId22"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txBox="1">
            <a:spLocks noGrp="1"/>
          </p:cNvSpPr>
          <p:nvPr>
            <p:ph type="ctrTitle"/>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
        <p:nvSpPr>
          <p:cNvPr id="128" name="Google Shape;128;p24"/>
          <p:cNvSpPr txBox="1">
            <a:spLocks noGrp="1"/>
          </p:cNvSpPr>
          <p:nvPr>
            <p:ph type="subTitle" idx="1"/>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2EB236-D726-1FF2-C0E2-07FC79A12914}"/>
              </a:ext>
            </a:extLst>
          </p:cNvPr>
          <p:cNvSpPr>
            <a:spLocks noGrp="1"/>
          </p:cNvSpPr>
          <p:nvPr>
            <p:ph type="ctrTitle"/>
          </p:nvPr>
        </p:nvSpPr>
        <p:spPr/>
        <p:txBody>
          <a:bodyPr/>
          <a:lstStyle/>
          <a:p>
            <a:endParaRPr lang="en-US"/>
          </a:p>
        </p:txBody>
      </p:sp>
      <p:sp>
        <p:nvSpPr>
          <p:cNvPr id="5" name="Subtitle 4">
            <a:extLst>
              <a:ext uri="{FF2B5EF4-FFF2-40B4-BE49-F238E27FC236}">
                <a16:creationId xmlns:a16="http://schemas.microsoft.com/office/drawing/2014/main" id="{E993CE9A-2AE6-37EA-281A-9DB05A03E5E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571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title"/>
          </p:nvPr>
        </p:nvSpPr>
        <p:spPr>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a:p>
        </p:txBody>
      </p:sp>
      <p:sp>
        <p:nvSpPr>
          <p:cNvPr id="2" name="Slide Number Placeholder 14">
            <a:extLst>
              <a:ext uri="{FF2B5EF4-FFF2-40B4-BE49-F238E27FC236}">
                <a16:creationId xmlns:a16="http://schemas.microsoft.com/office/drawing/2014/main" id="{49A43222-1B71-2BCE-84A2-DF95F90EA42A}"/>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889C1B-4EA8-A2DD-CDCE-CD26D343A7EB}"/>
              </a:ext>
            </a:extLst>
          </p:cNvPr>
          <p:cNvSpPr>
            <a:spLocks noGrp="1"/>
          </p:cNvSpPr>
          <p:nvPr>
            <p:ph type="sldNum" sz="quarter" idx="4"/>
          </p:nvPr>
        </p:nvSpPr>
        <p:spPr/>
        <p:txBody>
          <a:bodyPr/>
          <a:lstStyle/>
          <a:p>
            <a:r>
              <a:rPr lang="en-US"/>
              <a:t>Public | </a:t>
            </a:r>
            <a:fld id="{5700545B-079F-47D2-8F5A-321B676D00E3}" type="slidenum">
              <a:rPr lang="en-US" smtClean="0"/>
              <a:pPr/>
              <a:t>4</a:t>
            </a:fld>
            <a:endParaRPr lang="en-US" dirty="0"/>
          </a:p>
        </p:txBody>
      </p:sp>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1"/>
          </p:nvPr>
        </p:nvSpPr>
        <p:spPr>
          <a:xfrm>
            <a:off x="628650" y="1370013"/>
            <a:ext cx="7886700" cy="3262312"/>
          </a:xfrm>
          <a:prstGeom prst="rect">
            <a:avLst/>
          </a:prstGeom>
        </p:spPr>
        <p:txBody>
          <a:bodyPr vert="horz" lIns="91440" tIns="45720" rIns="91440" bIns="45720" rtlCol="0">
            <a:normAutofit/>
          </a:bodyPr>
          <a:lstStyle/>
          <a:p>
            <a:pPr marL="177800" lvl="0" indent="-177800">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177800" lvl="0" indent="-76200">
              <a:lnSpc>
                <a:spcPct val="90000"/>
              </a:lnSpc>
              <a:spcBef>
                <a:spcPts val="800"/>
              </a:spcBef>
              <a:buClr>
                <a:srgbClr val="168FDF"/>
              </a:buClr>
              <a:buSzPts val="1700"/>
              <a:buNone/>
            </a:pPr>
            <a:endParaRPr lang="en-US" dirty="0">
              <a:solidFill>
                <a:srgbClr val="2F2F2F"/>
              </a:solidFill>
              <a:latin typeface="+mn-lt"/>
              <a:ea typeface="Gill Sans"/>
              <a:cs typeface="Gill Sans"/>
              <a:sym typeface="Gill Sans"/>
            </a:endParaRPr>
          </a:p>
          <a:p>
            <a:pPr marL="177800" lvl="0" indent="-177800">
              <a:lnSpc>
                <a:spcPct val="90000"/>
              </a:lnSpc>
              <a:spcBef>
                <a:spcPts val="800"/>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
        <p:nvSpPr>
          <p:cNvPr id="7" name="Rectangle 6">
            <a:extLst>
              <a:ext uri="{FF2B5EF4-FFF2-40B4-BE49-F238E27FC236}">
                <a16:creationId xmlns:a16="http://schemas.microsoft.com/office/drawing/2014/main" id="{CD71E6D3-D482-95A8-1B04-2E1D5340434D}"/>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9532C97-5453-6E75-CA85-FCDC186E70EB}"/>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AECC5E9-34F1-822B-964B-51F42A769F51}"/>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69D2CE-391C-507D-1B87-E12493535D39}"/>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E81071-516D-3E96-C672-B28C2A55EA54}"/>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5ED051-41B5-7AC1-708A-F3882ABE2582}"/>
              </a:ext>
            </a:extLst>
          </p:cNvPr>
          <p:cNvSpPr/>
          <p:nvPr/>
        </p:nvSpPr>
        <p:spPr>
          <a:xfrm>
            <a:off x="0" y="0"/>
            <a:ext cx="9144000" cy="5143500"/>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0601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8AB722-9345-D950-0D38-0D0FD133A499}"/>
              </a:ext>
            </a:extLst>
          </p:cNvPr>
          <p:cNvSpPr>
            <a:spLocks noGrp="1"/>
          </p:cNvSpPr>
          <p:nvPr>
            <p:ph type="title"/>
          </p:nvPr>
        </p:nvSpPr>
        <p:spPr>
          <a:xfrm>
            <a:off x="311700" y="445025"/>
            <a:ext cx="8520600" cy="572700"/>
          </a:xfrm>
        </p:spPr>
        <p:txBody>
          <a:bodyPr>
            <a:normAutofit/>
          </a:bodyPr>
          <a:lstStyle/>
          <a:p>
            <a:endParaRPr lang="en-US"/>
          </a:p>
        </p:txBody>
      </p:sp>
      <p:sp>
        <p:nvSpPr>
          <p:cNvPr id="4" name="Text Placeholder 3">
            <a:extLst>
              <a:ext uri="{FF2B5EF4-FFF2-40B4-BE49-F238E27FC236}">
                <a16:creationId xmlns:a16="http://schemas.microsoft.com/office/drawing/2014/main" id="{59025E35-BE89-E742-9DE8-5E752C18C392}"/>
              </a:ext>
            </a:extLst>
          </p:cNvPr>
          <p:cNvSpPr>
            <a:spLocks noGrp="1"/>
          </p:cNvSpPr>
          <p:nvPr>
            <p:ph type="body" idx="4294967295"/>
          </p:nvPr>
        </p:nvSpPr>
        <p:spPr>
          <a:xfrm>
            <a:off x="311700" y="1152475"/>
            <a:ext cx="8520600" cy="3416400"/>
          </a:xfrm>
          <a:prstGeom prst="rect">
            <a:avLst/>
          </a:prstGeom>
        </p:spPr>
        <p:txBody>
          <a:bodyPr/>
          <a:lstStyle/>
          <a:p>
            <a:endParaRPr lang="en-US" dirty="0"/>
          </a:p>
        </p:txBody>
      </p:sp>
      <p:sp>
        <p:nvSpPr>
          <p:cNvPr id="2" name="Slide Number Placeholder 14">
            <a:extLst>
              <a:ext uri="{FF2B5EF4-FFF2-40B4-BE49-F238E27FC236}">
                <a16:creationId xmlns:a16="http://schemas.microsoft.com/office/drawing/2014/main" id="{EB0995E5-8DE9-11C8-05D3-7F0AA1C52A91}"/>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5</a:t>
            </a:fld>
            <a:endParaRPr lang="en-US" dirty="0"/>
          </a:p>
        </p:txBody>
      </p:sp>
    </p:spTree>
    <p:extLst>
      <p:ext uri="{BB962C8B-B14F-4D97-AF65-F5344CB8AC3E}">
        <p14:creationId xmlns:p14="http://schemas.microsoft.com/office/powerpoint/2010/main" val="856321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lvl="0"/>
            <a:endParaRPr lang="en-DE"/>
          </a:p>
        </p:txBody>
      </p:sp>
      <p:sp>
        <p:nvSpPr>
          <p:cNvPr id="153" name="Google Shape;153;p28"/>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spcAft>
                <a:spcPts val="1200"/>
              </a:spcAft>
              <a:buNone/>
            </a:pPr>
            <a:endParaRPr lang="en-DE"/>
          </a:p>
        </p:txBody>
      </p:sp>
      <p:sp>
        <p:nvSpPr>
          <p:cNvPr id="154" name="Google Shape;154;p28"/>
          <p:cNvSpPr txBox="1">
            <a:spLocks noGrp="1"/>
          </p:cNvSpPr>
          <p:nvPr>
            <p:ph type="body" idx="2"/>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2" name="Slide Number Placeholder 14">
            <a:extLst>
              <a:ext uri="{FF2B5EF4-FFF2-40B4-BE49-F238E27FC236}">
                <a16:creationId xmlns:a16="http://schemas.microsoft.com/office/drawing/2014/main" id="{336FA4B1-FF1D-30E0-A8A2-D6A77B386534}"/>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 name="Slide Number Placeholder 14">
            <a:extLst>
              <a:ext uri="{FF2B5EF4-FFF2-40B4-BE49-F238E27FC236}">
                <a16:creationId xmlns:a16="http://schemas.microsoft.com/office/drawing/2014/main" id="{6DC00318-EB4D-35CF-5D7E-254773DBFA2B}"/>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endParaRPr dirty="0">
              <a:solidFill>
                <a:schemeClr val="tx1"/>
              </a:solidFill>
            </a:endParaRPr>
          </a:p>
        </p:txBody>
      </p:sp>
      <p:sp>
        <p:nvSpPr>
          <p:cNvPr id="168" name="Google Shape;168;p30"/>
          <p:cNvSpPr>
            <a:spLocks noGrp="1"/>
          </p:cNvSpPr>
          <p:nvPr>
            <p:ph type="pic" idx="2"/>
          </p:nvPr>
        </p:nvSpPr>
        <p:spPr>
          <a:prstGeom prst="ellipse">
            <a:avLst/>
          </a:prstGeom>
        </p:spPr>
        <p:txBody>
          <a:bodyPr/>
          <a:lstStyle/>
          <a:p>
            <a:endParaRPr lang="en-US"/>
          </a:p>
        </p:txBody>
      </p:sp>
      <p:sp>
        <p:nvSpPr>
          <p:cNvPr id="169" name="Google Shape;169;p30"/>
          <p:cNvSpPr>
            <a:spLocks noGrp="1"/>
          </p:cNvSpPr>
          <p:nvPr>
            <p:ph type="pic" idx="3"/>
          </p:nvPr>
        </p:nvSpPr>
        <p:spPr>
          <a:prstGeom prst="ellipse">
            <a:avLst/>
          </a:prstGeom>
        </p:spPr>
        <p:txBody>
          <a:bodyPr/>
          <a:lstStyle/>
          <a:p>
            <a:endParaRPr lang="en-US"/>
          </a:p>
        </p:txBody>
      </p:sp>
      <p:sp>
        <p:nvSpPr>
          <p:cNvPr id="170" name="Google Shape;170;p30"/>
          <p:cNvSpPr>
            <a:spLocks noGrp="1"/>
          </p:cNvSpPr>
          <p:nvPr>
            <p:ph type="pic" idx="4"/>
          </p:nvPr>
        </p:nvSpPr>
        <p:spPr>
          <a:prstGeom prst="ellipse">
            <a:avLst/>
          </a:prstGeom>
        </p:spPr>
        <p:txBody>
          <a:bodyPr/>
          <a:lstStyle/>
          <a:p>
            <a:endParaRPr lang="en-US"/>
          </a:p>
        </p:txBody>
      </p:sp>
      <p:sp>
        <p:nvSpPr>
          <p:cNvPr id="171" name="Google Shape;171;p30"/>
          <p:cNvSpPr>
            <a:spLocks noGrp="1"/>
          </p:cNvSpPr>
          <p:nvPr>
            <p:ph type="pic" idx="5"/>
          </p:nvPr>
        </p:nvSpPr>
        <p:spPr>
          <a:prstGeom prst="ellipse">
            <a:avLst/>
          </a:prstGeom>
        </p:spPr>
        <p:txBody>
          <a:bodyPr/>
          <a:lstStyle/>
          <a:p>
            <a:endParaRPr lang="en-US"/>
          </a:p>
        </p:txBody>
      </p:sp>
      <p:sp>
        <p:nvSpPr>
          <p:cNvPr id="2" name="Slide Number Placeholder 14">
            <a:extLst>
              <a:ext uri="{FF2B5EF4-FFF2-40B4-BE49-F238E27FC236}">
                <a16:creationId xmlns:a16="http://schemas.microsoft.com/office/drawing/2014/main" id="{5AE481CC-3672-C29A-00D7-A2F8EFD05EE3}"/>
              </a:ext>
            </a:extLst>
          </p:cNvPr>
          <p:cNvSpPr txBox="1">
            <a:spLocks/>
          </p:cNvSpPr>
          <p:nvPr/>
        </p:nvSpPr>
        <p:spPr>
          <a:xfrm>
            <a:off x="6913852" y="4767263"/>
            <a:ext cx="2057400" cy="274637"/>
          </a:xfrm>
          <a:prstGeom prst="rect">
            <a:avLst/>
          </a:prstGeom>
          <a:noFill/>
          <a:ln>
            <a:noFill/>
          </a:ln>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lang="en-US" sz="1200" b="0" i="0" u="none" strike="noStrike" cap="none" dirty="0">
                <a:solidFill>
                  <a:schemeClr val="tx1"/>
                </a:solidFill>
                <a:latin typeface="Aptos" panose="020B0004020202020204" pitchFamily="34" charset="0"/>
                <a:ea typeface="Aptos Display" panose="020B0004020202020204" pitchFamily="34" charset="0"/>
                <a:cs typeface="Arial"/>
                <a:sym typeface="Gill Sans"/>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Public | </a:t>
            </a:r>
            <a:fld id="{5700545B-079F-47D2-8F5A-321B676D00E3}" type="slidenum">
              <a:rPr smtClean="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0A71-0CBA-6830-0A4A-30DE8CD46B60}"/>
              </a:ext>
            </a:extLst>
          </p:cNvPr>
          <p:cNvSpPr>
            <a:spLocks noGrp="1"/>
          </p:cNvSpPr>
          <p:nvPr>
            <p:ph type="title"/>
          </p:nvPr>
        </p:nvSpPr>
        <p:spPr/>
        <p:txBody>
          <a:bodyPr>
            <a:normAutofit fontScale="90000"/>
          </a:bodyPr>
          <a:lstStyle/>
          <a:p>
            <a:endParaRPr lang="en-US" dirty="0">
              <a:solidFill>
                <a:schemeClr val="tx1">
                  <a:lumMod val="95000"/>
                  <a:lumOff val="5000"/>
                </a:schemeClr>
              </a:solidFill>
            </a:endParaRPr>
          </a:p>
        </p:txBody>
      </p:sp>
      <p:sp>
        <p:nvSpPr>
          <p:cNvPr id="3" name="Picture Placeholder 2">
            <a:extLst>
              <a:ext uri="{FF2B5EF4-FFF2-40B4-BE49-F238E27FC236}">
                <a16:creationId xmlns:a16="http://schemas.microsoft.com/office/drawing/2014/main" id="{2D1702AD-CB1D-C2F0-EFA2-5F87354AAF16}"/>
              </a:ext>
            </a:extLst>
          </p:cNvPr>
          <p:cNvSpPr>
            <a:spLocks noGrp="1"/>
          </p:cNvSpPr>
          <p:nvPr>
            <p:ph type="pic" idx="2"/>
          </p:nvPr>
        </p:nvSpPr>
        <p:spPr/>
        <p:txBody>
          <a:bodyPr/>
          <a:lstStyle/>
          <a:p>
            <a:endParaRPr lang="en-US"/>
          </a:p>
        </p:txBody>
      </p:sp>
      <p:sp>
        <p:nvSpPr>
          <p:cNvPr id="4" name="Picture Placeholder 3">
            <a:extLst>
              <a:ext uri="{FF2B5EF4-FFF2-40B4-BE49-F238E27FC236}">
                <a16:creationId xmlns:a16="http://schemas.microsoft.com/office/drawing/2014/main" id="{AE4F7BFF-C027-24A9-4974-5CA2DA9909A5}"/>
              </a:ext>
            </a:extLst>
          </p:cNvPr>
          <p:cNvSpPr>
            <a:spLocks noGrp="1"/>
          </p:cNvSpPr>
          <p:nvPr>
            <p:ph type="pic" idx="3"/>
          </p:nvPr>
        </p:nvSpPr>
        <p:spPr/>
        <p:txBody>
          <a:bodyPr/>
          <a:lstStyle/>
          <a:p>
            <a:endParaRPr lang="en-US"/>
          </a:p>
        </p:txBody>
      </p:sp>
      <p:sp>
        <p:nvSpPr>
          <p:cNvPr id="5" name="Picture Placeholder 4">
            <a:extLst>
              <a:ext uri="{FF2B5EF4-FFF2-40B4-BE49-F238E27FC236}">
                <a16:creationId xmlns:a16="http://schemas.microsoft.com/office/drawing/2014/main" id="{0A5AA3C9-1994-7713-92E1-2F6B3DFD3954}"/>
              </a:ext>
            </a:extLst>
          </p:cNvPr>
          <p:cNvSpPr>
            <a:spLocks noGrp="1"/>
          </p:cNvSpPr>
          <p:nvPr>
            <p:ph type="pic" idx="4"/>
          </p:nvPr>
        </p:nvSpPr>
        <p:spPr/>
        <p:txBody>
          <a:bodyPr/>
          <a:lstStyle/>
          <a:p>
            <a:endParaRPr lang="en-US"/>
          </a:p>
        </p:txBody>
      </p:sp>
      <p:sp>
        <p:nvSpPr>
          <p:cNvPr id="6" name="Picture Placeholder 5">
            <a:extLst>
              <a:ext uri="{FF2B5EF4-FFF2-40B4-BE49-F238E27FC236}">
                <a16:creationId xmlns:a16="http://schemas.microsoft.com/office/drawing/2014/main" id="{F0EEB7C6-8FBE-19C2-7B5B-4D5CEAA679DD}"/>
              </a:ext>
            </a:extLst>
          </p:cNvPr>
          <p:cNvSpPr>
            <a:spLocks noGrp="1"/>
          </p:cNvSpPr>
          <p:nvPr>
            <p:ph type="pic" idx="5"/>
          </p:nvPr>
        </p:nvSpPr>
        <p:spPr/>
        <p:txBody>
          <a:bodyPr/>
          <a:lstStyle/>
          <a:p>
            <a:endParaRPr lang="en-US"/>
          </a:p>
        </p:txBody>
      </p:sp>
      <p:sp>
        <p:nvSpPr>
          <p:cNvPr id="7" name="Slide Number Placeholder 14">
            <a:extLst>
              <a:ext uri="{FF2B5EF4-FFF2-40B4-BE49-F238E27FC236}">
                <a16:creationId xmlns:a16="http://schemas.microsoft.com/office/drawing/2014/main" id="{9AB45F6E-A6E4-473F-8F41-3C2BA4D3896C}"/>
              </a:ext>
            </a:extLst>
          </p:cNvPr>
          <p:cNvSpPr txBox="1">
            <a:spLocks/>
          </p:cNvSpPr>
          <p:nvPr/>
        </p:nvSpPr>
        <p:spPr>
          <a:xfrm>
            <a:off x="6913852" y="4767263"/>
            <a:ext cx="2057400" cy="274637"/>
          </a:xfrm>
          <a:prstGeom prst="rect">
            <a:avLst/>
          </a:prstGeom>
          <a:noFill/>
          <a:ln>
            <a:noFill/>
          </a:ln>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lang="en-US" sz="1200" b="0" i="0" u="none" strike="noStrike" cap="none" dirty="0">
                <a:solidFill>
                  <a:schemeClr val="tx1"/>
                </a:solidFill>
                <a:latin typeface="Aptos" panose="020B0004020202020204" pitchFamily="34" charset="0"/>
                <a:ea typeface="Aptos Display" panose="020B0004020202020204" pitchFamily="34" charset="0"/>
                <a:cs typeface="Arial"/>
                <a:sym typeface="Gill Sans"/>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Public | </a:t>
            </a:r>
            <a:fld id="{5700545B-079F-47D2-8F5A-321B676D00E3}" type="slidenum">
              <a:rPr smtClean="0"/>
              <a:pPr/>
              <a:t>9</a:t>
            </a:fld>
            <a:endParaRPr/>
          </a:p>
        </p:txBody>
      </p:sp>
    </p:spTree>
    <p:extLst>
      <p:ext uri="{BB962C8B-B14F-4D97-AF65-F5344CB8AC3E}">
        <p14:creationId xmlns:p14="http://schemas.microsoft.com/office/powerpoint/2010/main" val="2782334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2" name="Slide Number Placeholder 14">
            <a:extLst>
              <a:ext uri="{FF2B5EF4-FFF2-40B4-BE49-F238E27FC236}">
                <a16:creationId xmlns:a16="http://schemas.microsoft.com/office/drawing/2014/main" id="{CEE21561-7178-87B2-3DB8-0CCACFD7E579}"/>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31"/>
          <p:cNvSpPr txBox="1">
            <a:spLocks noGrp="1"/>
          </p:cNvSpPr>
          <p:nvPr>
            <p:ph type="title"/>
          </p:nvPr>
        </p:nvSpPr>
        <p:spPr>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dirty="0">
              <a:solidFill>
                <a:schemeClr val="tx1"/>
              </a:solidFill>
            </a:endParaRPr>
          </a:p>
        </p:txBody>
      </p:sp>
      <p:sp>
        <p:nvSpPr>
          <p:cNvPr id="178" name="Google Shape;178;p31"/>
          <p:cNvSpPr txBox="1">
            <a:spLocks noGrp="1"/>
          </p:cNvSpPr>
          <p:nvPr>
            <p:ph type="body" idx="1"/>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1200"/>
              </a:spcAft>
              <a:buNone/>
            </a:pPr>
            <a:endParaRPr/>
          </a:p>
        </p:txBody>
      </p:sp>
      <p:sp>
        <p:nvSpPr>
          <p:cNvPr id="2" name="Slide Number Placeholder 14">
            <a:extLst>
              <a:ext uri="{FF2B5EF4-FFF2-40B4-BE49-F238E27FC236}">
                <a16:creationId xmlns:a16="http://schemas.microsoft.com/office/drawing/2014/main" id="{FF3A9703-0BF2-883E-5A21-3BE7BE74C0A0}"/>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bg1"/>
                </a:solidFill>
                <a:latin typeface="Aptos" panose="020B0004020202020204" pitchFamily="34" charset="0"/>
              </a:defRPr>
            </a:lvl1pPr>
          </a:lstStyle>
          <a:p>
            <a:r>
              <a:rPr lang="en-US" dirty="0"/>
              <a:t>Public | </a:t>
            </a:r>
            <a:fld id="{5700545B-079F-47D2-8F5A-321B676D00E3}"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xfrm>
            <a:off x="151739" y="132286"/>
            <a:ext cx="113637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Members</a:t>
            </a:r>
            <a:endParaRPr dirty="0"/>
          </a:p>
        </p:txBody>
      </p:sp>
      <p:pic>
        <p:nvPicPr>
          <p:cNvPr id="2" name="Picture 1" descr="A close-up of a logo&#10;&#10;AI-generated content may be incorrect.">
            <a:extLst>
              <a:ext uri="{FF2B5EF4-FFF2-40B4-BE49-F238E27FC236}">
                <a16:creationId xmlns:a16="http://schemas.microsoft.com/office/drawing/2014/main" id="{D8BE4905-20CA-E1EA-ABB8-960E1453039F}"/>
              </a:ext>
            </a:extLst>
          </p:cNvPr>
          <p:cNvPicPr>
            <a:picLocks noChangeAspect="1"/>
          </p:cNvPicPr>
          <p:nvPr/>
        </p:nvPicPr>
        <p:blipFill>
          <a:blip r:embed="rId3"/>
          <a:stretch>
            <a:fillRect/>
          </a:stretch>
        </p:blipFill>
        <p:spPr>
          <a:xfrm>
            <a:off x="6792516" y="1203391"/>
            <a:ext cx="1632533" cy="1012170"/>
          </a:xfrm>
          <a:prstGeom prst="rect">
            <a:avLst/>
          </a:prstGeom>
        </p:spPr>
      </p:pic>
      <p:sp>
        <p:nvSpPr>
          <p:cNvPr id="4" name="Google Shape;197;p33">
            <a:extLst>
              <a:ext uri="{FF2B5EF4-FFF2-40B4-BE49-F238E27FC236}">
                <a16:creationId xmlns:a16="http://schemas.microsoft.com/office/drawing/2014/main" id="{CE203A25-1EBC-2B4F-AE3C-4BB1AF8490EB}"/>
              </a:ext>
            </a:extLst>
          </p:cNvPr>
          <p:cNvSpPr txBox="1">
            <a:spLocks/>
          </p:cNvSpPr>
          <p:nvPr/>
        </p:nvSpPr>
        <p:spPr>
          <a:xfrm>
            <a:off x="406400" y="1017588"/>
            <a:ext cx="8296275" cy="223837"/>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2800"/>
              <a:buFont typeface="Arial"/>
              <a:buNone/>
              <a:defRPr sz="2800" b="1" i="0" u="none" strike="noStrike" cap="none">
                <a:solidFill>
                  <a:schemeClr val="accent6"/>
                </a:solidFill>
                <a:latin typeface="+mj-lt"/>
                <a:ea typeface="Aptos SemiBold" panose="020B0004020202020204" pitchFamily="34" charset="0"/>
                <a:cs typeface="Arial"/>
                <a:sym typeface="Arial"/>
              </a:defRPr>
            </a:lvl1pPr>
            <a:lvl2pPr marR="0" lvl="1"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2pPr>
            <a:lvl3pPr marR="0" lvl="2"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3pPr>
            <a:lvl4pPr marR="0" lvl="3"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4pPr>
            <a:lvl5pPr marR="0" lvl="4"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5pPr>
            <a:lvl6pPr marR="0" lvl="5"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6pPr>
            <a:lvl7pPr marR="0" lvl="6"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7pPr>
            <a:lvl8pPr marR="0" lvl="7"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8pPr>
            <a:lvl9pPr marR="0" lvl="8"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9pPr>
          </a:lstStyle>
          <a:p>
            <a:pPr algn="ctr">
              <a:buSzPct val="62500"/>
            </a:pPr>
            <a:r>
              <a:rPr lang="en-US" sz="1600">
                <a:solidFill>
                  <a:schemeClr val="lt1"/>
                </a:solidFill>
              </a:rPr>
              <a:t>Premier</a:t>
            </a:r>
          </a:p>
        </p:txBody>
      </p:sp>
      <p:sp>
        <p:nvSpPr>
          <p:cNvPr id="6" name="Google Shape;198;p33">
            <a:extLst>
              <a:ext uri="{FF2B5EF4-FFF2-40B4-BE49-F238E27FC236}">
                <a16:creationId xmlns:a16="http://schemas.microsoft.com/office/drawing/2014/main" id="{552BDA26-B74D-BF62-2A83-A2E79521BC06}"/>
              </a:ext>
            </a:extLst>
          </p:cNvPr>
          <p:cNvSpPr txBox="1">
            <a:spLocks/>
          </p:cNvSpPr>
          <p:nvPr/>
        </p:nvSpPr>
        <p:spPr>
          <a:xfrm>
            <a:off x="406400" y="2321072"/>
            <a:ext cx="8296275" cy="223838"/>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2800"/>
              <a:buFont typeface="Arial"/>
              <a:buNone/>
              <a:defRPr sz="2800" b="1" i="0" u="none" strike="noStrike" cap="none">
                <a:solidFill>
                  <a:schemeClr val="accent6"/>
                </a:solidFill>
                <a:latin typeface="+mj-lt"/>
                <a:ea typeface="Aptos SemiBold" panose="020B0004020202020204" pitchFamily="34" charset="0"/>
                <a:cs typeface="Arial"/>
                <a:sym typeface="Arial"/>
              </a:defRPr>
            </a:lvl1pPr>
            <a:lvl2pPr marR="0" lvl="1"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2pPr>
            <a:lvl3pPr marR="0" lvl="2"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3pPr>
            <a:lvl4pPr marR="0" lvl="3"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4pPr>
            <a:lvl5pPr marR="0" lvl="4"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5pPr>
            <a:lvl6pPr marR="0" lvl="5"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6pPr>
            <a:lvl7pPr marR="0" lvl="6"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7pPr>
            <a:lvl8pPr marR="0" lvl="7"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8pPr>
            <a:lvl9pPr marR="0" lvl="8"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9pPr>
          </a:lstStyle>
          <a:p>
            <a:pPr algn="ctr">
              <a:buSzPct val="62500"/>
            </a:pPr>
            <a:r>
              <a:rPr lang="en-US" sz="1600">
                <a:solidFill>
                  <a:schemeClr val="lt1"/>
                </a:solidFill>
              </a:rPr>
              <a:t>General</a:t>
            </a:r>
          </a:p>
        </p:txBody>
      </p:sp>
      <p:sp>
        <p:nvSpPr>
          <p:cNvPr id="8" name="Google Shape;199;p33">
            <a:extLst>
              <a:ext uri="{FF2B5EF4-FFF2-40B4-BE49-F238E27FC236}">
                <a16:creationId xmlns:a16="http://schemas.microsoft.com/office/drawing/2014/main" id="{6E404DDA-AC6C-EEC6-1066-8ECDD0A68829}"/>
              </a:ext>
            </a:extLst>
          </p:cNvPr>
          <p:cNvSpPr txBox="1">
            <a:spLocks/>
          </p:cNvSpPr>
          <p:nvPr/>
        </p:nvSpPr>
        <p:spPr>
          <a:xfrm>
            <a:off x="406400" y="3906838"/>
            <a:ext cx="8296275" cy="223837"/>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2800"/>
              <a:buFont typeface="Arial"/>
              <a:buNone/>
              <a:defRPr sz="2800" b="1" i="0" u="none" strike="noStrike" cap="none">
                <a:solidFill>
                  <a:schemeClr val="accent6"/>
                </a:solidFill>
                <a:latin typeface="+mj-lt"/>
                <a:ea typeface="Aptos SemiBold" panose="020B0004020202020204" pitchFamily="34" charset="0"/>
                <a:cs typeface="Arial"/>
                <a:sym typeface="Arial"/>
              </a:defRPr>
            </a:lvl1pPr>
            <a:lvl2pPr marR="0" lvl="1"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2pPr>
            <a:lvl3pPr marR="0" lvl="2"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3pPr>
            <a:lvl4pPr marR="0" lvl="3"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4pPr>
            <a:lvl5pPr marR="0" lvl="4"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5pPr>
            <a:lvl6pPr marR="0" lvl="5"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6pPr>
            <a:lvl7pPr marR="0" lvl="6"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7pPr>
            <a:lvl8pPr marR="0" lvl="7"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8pPr>
            <a:lvl9pPr marR="0" lvl="8" algn="l" rtl="0">
              <a:lnSpc>
                <a:spcPct val="100000"/>
              </a:lnSpc>
              <a:spcBef>
                <a:spcPts val="0"/>
              </a:spcBef>
              <a:spcAft>
                <a:spcPts val="0"/>
              </a:spcAft>
              <a:buClr>
                <a:schemeClr val="accent6"/>
              </a:buClr>
              <a:buSzPts val="2800"/>
              <a:buFont typeface="Arial"/>
              <a:buNone/>
              <a:defRPr sz="2800" b="0" i="0" u="none" strike="noStrike" cap="none">
                <a:solidFill>
                  <a:schemeClr val="accent6"/>
                </a:solidFill>
                <a:latin typeface="Arial"/>
                <a:ea typeface="Arial"/>
                <a:cs typeface="Arial"/>
                <a:sym typeface="Arial"/>
              </a:defRPr>
            </a:lvl9pPr>
          </a:lstStyle>
          <a:p>
            <a:pPr algn="ctr">
              <a:buSzPct val="62500"/>
            </a:pPr>
            <a:r>
              <a:rPr lang="en-US" sz="1600">
                <a:solidFill>
                  <a:schemeClr val="lt1"/>
                </a:solidFill>
              </a:rPr>
              <a:t>Associate</a:t>
            </a:r>
          </a:p>
        </p:txBody>
      </p:sp>
      <p:pic>
        <p:nvPicPr>
          <p:cNvPr id="10" name="Google Shape;190;p33">
            <a:extLst>
              <a:ext uri="{FF2B5EF4-FFF2-40B4-BE49-F238E27FC236}">
                <a16:creationId xmlns:a16="http://schemas.microsoft.com/office/drawing/2014/main" id="{628F895E-A578-5F37-B287-C35A4CAFF719}"/>
              </a:ext>
            </a:extLst>
          </p:cNvPr>
          <p:cNvPicPr preferRelativeResize="0"/>
          <p:nvPr/>
        </p:nvPicPr>
        <p:blipFill>
          <a:blip r:embed="rId4">
            <a:alphaModFix/>
          </a:blip>
          <a:stretch>
            <a:fillRect/>
          </a:stretch>
        </p:blipFill>
        <p:spPr>
          <a:xfrm>
            <a:off x="804654" y="1568390"/>
            <a:ext cx="824762" cy="407948"/>
          </a:xfrm>
          <a:prstGeom prst="rect">
            <a:avLst/>
          </a:prstGeom>
          <a:noFill/>
          <a:ln>
            <a:noFill/>
          </a:ln>
        </p:spPr>
      </p:pic>
      <p:pic>
        <p:nvPicPr>
          <p:cNvPr id="12" name="Google Shape;191;p33">
            <a:extLst>
              <a:ext uri="{FF2B5EF4-FFF2-40B4-BE49-F238E27FC236}">
                <a16:creationId xmlns:a16="http://schemas.microsoft.com/office/drawing/2014/main" id="{C5673C7A-8AA7-EA67-025C-8C1C7BE98DAE}"/>
              </a:ext>
            </a:extLst>
          </p:cNvPr>
          <p:cNvPicPr preferRelativeResize="0"/>
          <p:nvPr/>
        </p:nvPicPr>
        <p:blipFill>
          <a:blip r:embed="rId5">
            <a:alphaModFix/>
          </a:blip>
          <a:stretch>
            <a:fillRect/>
          </a:stretch>
        </p:blipFill>
        <p:spPr>
          <a:xfrm>
            <a:off x="2394501" y="1630973"/>
            <a:ext cx="1691906" cy="277919"/>
          </a:xfrm>
          <a:prstGeom prst="rect">
            <a:avLst/>
          </a:prstGeom>
          <a:noFill/>
          <a:ln>
            <a:noFill/>
          </a:ln>
        </p:spPr>
      </p:pic>
      <p:pic>
        <p:nvPicPr>
          <p:cNvPr id="14" name="Google Shape;192;p33">
            <a:extLst>
              <a:ext uri="{FF2B5EF4-FFF2-40B4-BE49-F238E27FC236}">
                <a16:creationId xmlns:a16="http://schemas.microsoft.com/office/drawing/2014/main" id="{02CD20A0-BD1D-F0D7-C3AD-8664B242CABB}"/>
              </a:ext>
            </a:extLst>
          </p:cNvPr>
          <p:cNvPicPr preferRelativeResize="0"/>
          <p:nvPr/>
        </p:nvPicPr>
        <p:blipFill>
          <a:blip r:embed="rId6">
            <a:alphaModFix/>
          </a:blip>
          <a:stretch>
            <a:fillRect/>
          </a:stretch>
        </p:blipFill>
        <p:spPr>
          <a:xfrm>
            <a:off x="4825986" y="1618064"/>
            <a:ext cx="1417015" cy="311273"/>
          </a:xfrm>
          <a:prstGeom prst="rect">
            <a:avLst/>
          </a:prstGeom>
          <a:noFill/>
          <a:ln>
            <a:noFill/>
          </a:ln>
        </p:spPr>
      </p:pic>
      <p:pic>
        <p:nvPicPr>
          <p:cNvPr id="16" name="Google Shape;193;p33">
            <a:extLst>
              <a:ext uri="{FF2B5EF4-FFF2-40B4-BE49-F238E27FC236}">
                <a16:creationId xmlns:a16="http://schemas.microsoft.com/office/drawing/2014/main" id="{ACDFD1B1-CCCD-2A6B-8977-C6784C3F0C28}"/>
              </a:ext>
            </a:extLst>
          </p:cNvPr>
          <p:cNvPicPr preferRelativeResize="0"/>
          <p:nvPr/>
        </p:nvPicPr>
        <p:blipFill>
          <a:blip r:embed="rId7">
            <a:alphaModFix/>
          </a:blip>
          <a:stretch>
            <a:fillRect/>
          </a:stretch>
        </p:blipFill>
        <p:spPr>
          <a:xfrm>
            <a:off x="1990595" y="2730974"/>
            <a:ext cx="822519" cy="430746"/>
          </a:xfrm>
          <a:prstGeom prst="rect">
            <a:avLst/>
          </a:prstGeom>
          <a:noFill/>
          <a:ln>
            <a:noFill/>
          </a:ln>
        </p:spPr>
      </p:pic>
      <p:pic>
        <p:nvPicPr>
          <p:cNvPr id="17" name="Google Shape;194;p33">
            <a:extLst>
              <a:ext uri="{FF2B5EF4-FFF2-40B4-BE49-F238E27FC236}">
                <a16:creationId xmlns:a16="http://schemas.microsoft.com/office/drawing/2014/main" id="{E74917C2-85F4-639E-9E6C-DECD3BC7899A}"/>
              </a:ext>
            </a:extLst>
          </p:cNvPr>
          <p:cNvPicPr preferRelativeResize="0"/>
          <p:nvPr/>
        </p:nvPicPr>
        <p:blipFill>
          <a:blip r:embed="rId8">
            <a:alphaModFix/>
          </a:blip>
          <a:stretch>
            <a:fillRect/>
          </a:stretch>
        </p:blipFill>
        <p:spPr>
          <a:xfrm>
            <a:off x="3156684" y="2820201"/>
            <a:ext cx="822519" cy="276364"/>
          </a:xfrm>
          <a:prstGeom prst="rect">
            <a:avLst/>
          </a:prstGeom>
          <a:noFill/>
          <a:ln>
            <a:noFill/>
          </a:ln>
        </p:spPr>
      </p:pic>
      <p:pic>
        <p:nvPicPr>
          <p:cNvPr id="18" name="Google Shape;195;p33">
            <a:extLst>
              <a:ext uri="{FF2B5EF4-FFF2-40B4-BE49-F238E27FC236}">
                <a16:creationId xmlns:a16="http://schemas.microsoft.com/office/drawing/2014/main" id="{29FD73A3-DBF7-D570-8C2A-18D3E319E2E0}"/>
              </a:ext>
            </a:extLst>
          </p:cNvPr>
          <p:cNvPicPr preferRelativeResize="0"/>
          <p:nvPr/>
        </p:nvPicPr>
        <p:blipFill>
          <a:blip r:embed="rId9">
            <a:alphaModFix/>
          </a:blip>
          <a:stretch>
            <a:fillRect/>
          </a:stretch>
        </p:blipFill>
        <p:spPr>
          <a:xfrm>
            <a:off x="3269606" y="4220988"/>
            <a:ext cx="1413632" cy="417591"/>
          </a:xfrm>
          <a:prstGeom prst="rect">
            <a:avLst/>
          </a:prstGeom>
          <a:noFill/>
          <a:ln>
            <a:noFill/>
          </a:ln>
        </p:spPr>
      </p:pic>
      <p:pic>
        <p:nvPicPr>
          <p:cNvPr id="19" name="Google Shape;196;p33">
            <a:extLst>
              <a:ext uri="{FF2B5EF4-FFF2-40B4-BE49-F238E27FC236}">
                <a16:creationId xmlns:a16="http://schemas.microsoft.com/office/drawing/2014/main" id="{E22CFE92-C023-79B0-0B85-4BCF5CF99CFC}"/>
              </a:ext>
            </a:extLst>
          </p:cNvPr>
          <p:cNvPicPr preferRelativeResize="0"/>
          <p:nvPr/>
        </p:nvPicPr>
        <p:blipFill>
          <a:blip r:embed="rId10">
            <a:alphaModFix/>
          </a:blip>
          <a:stretch>
            <a:fillRect/>
          </a:stretch>
        </p:blipFill>
        <p:spPr>
          <a:xfrm>
            <a:off x="577672" y="2861133"/>
            <a:ext cx="1138910" cy="245839"/>
          </a:xfrm>
          <a:prstGeom prst="rect">
            <a:avLst/>
          </a:prstGeom>
          <a:noFill/>
          <a:ln>
            <a:noFill/>
          </a:ln>
        </p:spPr>
      </p:pic>
      <p:pic>
        <p:nvPicPr>
          <p:cNvPr id="20" name="Google Shape;200;p33">
            <a:extLst>
              <a:ext uri="{FF2B5EF4-FFF2-40B4-BE49-F238E27FC236}">
                <a16:creationId xmlns:a16="http://schemas.microsoft.com/office/drawing/2014/main" id="{2C9FFD5E-13D4-83DD-FB68-B483DAE5771E}"/>
              </a:ext>
            </a:extLst>
          </p:cNvPr>
          <p:cNvPicPr preferRelativeResize="0"/>
          <p:nvPr/>
        </p:nvPicPr>
        <p:blipFill>
          <a:blip r:embed="rId11">
            <a:alphaModFix/>
          </a:blip>
          <a:stretch>
            <a:fillRect/>
          </a:stretch>
        </p:blipFill>
        <p:spPr>
          <a:xfrm>
            <a:off x="4322773" y="2775947"/>
            <a:ext cx="1087901" cy="340877"/>
          </a:xfrm>
          <a:prstGeom prst="rect">
            <a:avLst/>
          </a:prstGeom>
          <a:noFill/>
          <a:ln>
            <a:noFill/>
          </a:ln>
        </p:spPr>
      </p:pic>
      <p:pic>
        <p:nvPicPr>
          <p:cNvPr id="21" name="Google Shape;202;p33">
            <a:extLst>
              <a:ext uri="{FF2B5EF4-FFF2-40B4-BE49-F238E27FC236}">
                <a16:creationId xmlns:a16="http://schemas.microsoft.com/office/drawing/2014/main" id="{260D55AC-38EA-B163-2096-6D85A7A04F90}"/>
              </a:ext>
            </a:extLst>
          </p:cNvPr>
          <p:cNvPicPr preferRelativeResize="0"/>
          <p:nvPr/>
        </p:nvPicPr>
        <p:blipFill>
          <a:blip r:embed="rId12">
            <a:alphaModFix/>
          </a:blip>
          <a:stretch>
            <a:fillRect/>
          </a:stretch>
        </p:blipFill>
        <p:spPr>
          <a:xfrm>
            <a:off x="5775012" y="2739985"/>
            <a:ext cx="1315811" cy="314554"/>
          </a:xfrm>
          <a:prstGeom prst="rect">
            <a:avLst/>
          </a:prstGeom>
          <a:noFill/>
          <a:ln>
            <a:noFill/>
          </a:ln>
        </p:spPr>
      </p:pic>
      <p:pic>
        <p:nvPicPr>
          <p:cNvPr id="22" name="Graphic 21">
            <a:extLst>
              <a:ext uri="{FF2B5EF4-FFF2-40B4-BE49-F238E27FC236}">
                <a16:creationId xmlns:a16="http://schemas.microsoft.com/office/drawing/2014/main" id="{70463B1D-ED6A-EC3D-5473-75431CC9682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55161" y="2739976"/>
            <a:ext cx="969888" cy="304867"/>
          </a:xfrm>
          <a:prstGeom prst="rect">
            <a:avLst/>
          </a:prstGeom>
        </p:spPr>
      </p:pic>
      <p:pic>
        <p:nvPicPr>
          <p:cNvPr id="23" name="Graphic 22">
            <a:extLst>
              <a:ext uri="{FF2B5EF4-FFF2-40B4-BE49-F238E27FC236}">
                <a16:creationId xmlns:a16="http://schemas.microsoft.com/office/drawing/2014/main" id="{25BCF604-BA80-9A83-250A-7140D96F4B9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12172" y="3267231"/>
            <a:ext cx="1481453" cy="444436"/>
          </a:xfrm>
          <a:prstGeom prst="rect">
            <a:avLst/>
          </a:prstGeom>
        </p:spPr>
      </p:pic>
      <p:pic>
        <p:nvPicPr>
          <p:cNvPr id="24" name="Graphic 23">
            <a:extLst>
              <a:ext uri="{FF2B5EF4-FFF2-40B4-BE49-F238E27FC236}">
                <a16:creationId xmlns:a16="http://schemas.microsoft.com/office/drawing/2014/main" id="{32F27299-09E4-AB03-B458-C509702412F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82561" y="3197285"/>
            <a:ext cx="937470" cy="527327"/>
          </a:xfrm>
          <a:prstGeom prst="rect">
            <a:avLst/>
          </a:prstGeom>
        </p:spPr>
      </p:pic>
      <p:pic>
        <p:nvPicPr>
          <p:cNvPr id="25" name="Graphic 24">
            <a:extLst>
              <a:ext uri="{FF2B5EF4-FFF2-40B4-BE49-F238E27FC236}">
                <a16:creationId xmlns:a16="http://schemas.microsoft.com/office/drawing/2014/main" id="{3DD7C600-5518-5275-3012-2EFE09E4BB4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391768" y="3344642"/>
            <a:ext cx="1465733" cy="202090"/>
          </a:xfrm>
          <a:prstGeom prst="rect">
            <a:avLst/>
          </a:prstGeom>
        </p:spPr>
      </p:pic>
      <p:pic>
        <p:nvPicPr>
          <p:cNvPr id="26" name="Graphic 25">
            <a:extLst>
              <a:ext uri="{FF2B5EF4-FFF2-40B4-BE49-F238E27FC236}">
                <a16:creationId xmlns:a16="http://schemas.microsoft.com/office/drawing/2014/main" id="{E432D610-46B8-C7C3-F4E3-BE20F9EA985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135955" y="3294968"/>
            <a:ext cx="1465733" cy="254611"/>
          </a:xfrm>
          <a:prstGeom prst="rect">
            <a:avLst/>
          </a:prstGeom>
        </p:spPr>
      </p:pic>
      <p:pic>
        <p:nvPicPr>
          <p:cNvPr id="27" name="Graphic 26">
            <a:extLst>
              <a:ext uri="{FF2B5EF4-FFF2-40B4-BE49-F238E27FC236}">
                <a16:creationId xmlns:a16="http://schemas.microsoft.com/office/drawing/2014/main" id="{A03A9836-ABC0-F8F3-3D70-CE8FA9B3425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718893" y="3220194"/>
            <a:ext cx="1326350" cy="439928"/>
          </a:xfrm>
          <a:prstGeom prst="rect">
            <a:avLst/>
          </a:prstGeom>
        </p:spPr>
      </p:pic>
      <p:pic>
        <p:nvPicPr>
          <p:cNvPr id="28" name="Graphic 27">
            <a:extLst>
              <a:ext uri="{FF2B5EF4-FFF2-40B4-BE49-F238E27FC236}">
                <a16:creationId xmlns:a16="http://schemas.microsoft.com/office/drawing/2014/main" id="{D313FAEC-5FF2-8936-AAFD-24E460CB1246}"/>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901142" y="4286455"/>
            <a:ext cx="873870" cy="276611"/>
          </a:xfrm>
          <a:prstGeom prst="rect">
            <a:avLst/>
          </a:prstGeom>
        </p:spPr>
      </p:pic>
      <p:sp>
        <p:nvSpPr>
          <p:cNvPr id="3" name="Slide Number Placeholder 14">
            <a:extLst>
              <a:ext uri="{FF2B5EF4-FFF2-40B4-BE49-F238E27FC236}">
                <a16:creationId xmlns:a16="http://schemas.microsoft.com/office/drawing/2014/main" id="{243E9ADB-7B1D-4E16-E489-55DBC58D3537}"/>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48A26F52-2DD7-8FEC-3C35-F435B2044EF2}"/>
            </a:ext>
          </a:extLst>
        </p:cNvPr>
        <p:cNvGrpSpPr/>
        <p:nvPr/>
      </p:nvGrpSpPr>
      <p:grpSpPr>
        <a:xfrm>
          <a:off x="0" y="0"/>
          <a:ext cx="0" cy="0"/>
          <a:chOff x="0" y="0"/>
          <a:chExt cx="0" cy="0"/>
        </a:xfrm>
      </p:grpSpPr>
      <p:sp>
        <p:nvSpPr>
          <p:cNvPr id="2" name="Google Shape;188;p33">
            <a:extLst>
              <a:ext uri="{FF2B5EF4-FFF2-40B4-BE49-F238E27FC236}">
                <a16:creationId xmlns:a16="http://schemas.microsoft.com/office/drawing/2014/main" id="{B088CE24-1075-9592-2E38-A38280239645}"/>
              </a:ext>
            </a:extLst>
          </p:cNvPr>
          <p:cNvSpPr txBox="1">
            <a:spLocks noGrp="1"/>
          </p:cNvSpPr>
          <p:nvPr>
            <p:ph type="title"/>
          </p:nvPr>
        </p:nvSpPr>
        <p:spPr>
          <a:xfrm>
            <a:off x="151739" y="132286"/>
            <a:ext cx="11363700" cy="7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Projects</a:t>
            </a:r>
            <a:endParaRPr dirty="0"/>
          </a:p>
        </p:txBody>
      </p:sp>
      <p:pic>
        <p:nvPicPr>
          <p:cNvPr id="4" name="Picture 3" descr="A group of logos on a white background&#10;&#10;AI-generated content may be incorrect.">
            <a:extLst>
              <a:ext uri="{FF2B5EF4-FFF2-40B4-BE49-F238E27FC236}">
                <a16:creationId xmlns:a16="http://schemas.microsoft.com/office/drawing/2014/main" id="{78D0E136-2A6A-A79F-3E4B-18064D990C68}"/>
              </a:ext>
            </a:extLst>
          </p:cNvPr>
          <p:cNvPicPr>
            <a:picLocks noChangeAspect="1"/>
          </p:cNvPicPr>
          <p:nvPr/>
        </p:nvPicPr>
        <p:blipFill>
          <a:blip r:embed="rId3"/>
          <a:stretch>
            <a:fillRect/>
          </a:stretch>
        </p:blipFill>
        <p:spPr>
          <a:xfrm>
            <a:off x="57955" y="895786"/>
            <a:ext cx="9281720" cy="3664770"/>
          </a:xfrm>
          <a:prstGeom prst="rect">
            <a:avLst/>
          </a:prstGeom>
        </p:spPr>
      </p:pic>
      <p:pic>
        <p:nvPicPr>
          <p:cNvPr id="5" name="Graphic 4">
            <a:extLst>
              <a:ext uri="{FF2B5EF4-FFF2-40B4-BE49-F238E27FC236}">
                <a16:creationId xmlns:a16="http://schemas.microsoft.com/office/drawing/2014/main" id="{634B795B-CEC7-4393-3DEF-C86717F5CF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5424" y="1223641"/>
            <a:ext cx="957788" cy="957788"/>
          </a:xfrm>
          <a:prstGeom prst="rect">
            <a:avLst/>
          </a:prstGeom>
        </p:spPr>
      </p:pic>
      <p:sp>
        <p:nvSpPr>
          <p:cNvPr id="3" name="Slide Number Placeholder 14">
            <a:extLst>
              <a:ext uri="{FF2B5EF4-FFF2-40B4-BE49-F238E27FC236}">
                <a16:creationId xmlns:a16="http://schemas.microsoft.com/office/drawing/2014/main" id="{A510DC68-1971-F80F-DA07-9F11014E1D8F}"/>
              </a:ext>
            </a:extLst>
          </p:cNvPr>
          <p:cNvSpPr>
            <a:spLocks noGrp="1"/>
          </p:cNvSpPr>
          <p:nvPr>
            <p:ph type="sldNum" sz="quarter" idx="4"/>
          </p:nvPr>
        </p:nvSpPr>
        <p:spPr>
          <a:xfrm>
            <a:off x="6913852" y="4767263"/>
            <a:ext cx="2057400" cy="274637"/>
          </a:xfrm>
          <a:prstGeom prst="rect">
            <a:avLst/>
          </a:prstGeom>
        </p:spPr>
        <p:txBody>
          <a:bodyPr vert="horz" lIns="91440" tIns="45720" rIns="91440" bIns="45720" rtlCol="0" anchor="ctr"/>
          <a:lstStyle>
            <a:lvl1pPr algn="r">
              <a:defRPr sz="1200">
                <a:solidFill>
                  <a:schemeClr val="tx1"/>
                </a:solidFill>
                <a:latin typeface="Aptos" panose="020B0004020202020204" pitchFamily="34" charset="0"/>
              </a:defRPr>
            </a:lvl1pPr>
          </a:lstStyle>
          <a:p>
            <a:r>
              <a:rPr lang="en-US" dirty="0"/>
              <a:t>Public | </a:t>
            </a:r>
            <a:fld id="{5700545B-079F-47D2-8F5A-321B676D00E3}" type="slidenum">
              <a:rPr lang="en-US" smtClean="0"/>
              <a:pPr/>
              <a:t>13</a:t>
            </a:fld>
            <a:endParaRPr lang="en-US" dirty="0"/>
          </a:p>
        </p:txBody>
      </p:sp>
    </p:spTree>
    <p:extLst>
      <p:ext uri="{BB962C8B-B14F-4D97-AF65-F5344CB8AC3E}">
        <p14:creationId xmlns:p14="http://schemas.microsoft.com/office/powerpoint/2010/main" val="5877976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0E66F3"/>
      </a:accent1>
      <a:accent2>
        <a:srgbClr val="212121"/>
      </a:accent2>
      <a:accent3>
        <a:srgbClr val="78909C"/>
      </a:accent3>
      <a:accent4>
        <a:srgbClr val="0E66F3"/>
      </a:accent4>
      <a:accent5>
        <a:srgbClr val="0E66F3"/>
      </a:accent5>
      <a:accent6>
        <a:srgbClr val="0E66F3"/>
      </a:accent6>
      <a:hlink>
        <a:srgbClr val="0E66F3"/>
      </a:hlink>
      <a:folHlink>
        <a:srgbClr val="0097A7"/>
      </a:folHlink>
    </a:clrScheme>
    <a:fontScheme name="Aptos Slide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a:latin typeface="Aptos" panose="020B0004020202020204" pitchFamily="34" charset="0"/>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BCBE28C152D347A599609430F3695F" ma:contentTypeVersion="7" ma:contentTypeDescription="Create a new document." ma:contentTypeScope="" ma:versionID="2ddc090900abbfecea3209d18e5938ef">
  <xsd:schema xmlns:xsd="http://www.w3.org/2001/XMLSchema" xmlns:xs="http://www.w3.org/2001/XMLSchema" xmlns:p="http://schemas.microsoft.com/office/2006/metadata/properties" xmlns:ns2="bb322e0b-0106-40c9-b7b5-a5df000b03cb" targetNamespace="http://schemas.microsoft.com/office/2006/metadata/properties" ma:root="true" ma:fieldsID="4a3d6602d6cfc16bd0d83fc5c735d658" ns2:_="">
    <xsd:import namespace="bb322e0b-0106-40c9-b7b5-a5df000b03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322e0b-0106-40c9-b7b5-a5df000b03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F83FAC-70CD-4437-9316-EE37F674998E}">
  <ds:schemaRefs>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bb322e0b-0106-40c9-b7b5-a5df000b03cb"/>
    <ds:schemaRef ds:uri="http://purl.org/dc/dcmitype/"/>
    <ds:schemaRef ds:uri="http://purl.org/dc/terms/"/>
  </ds:schemaRefs>
</ds:datastoreItem>
</file>

<file path=customXml/itemProps2.xml><?xml version="1.0" encoding="utf-8"?>
<ds:datastoreItem xmlns:ds="http://schemas.openxmlformats.org/officeDocument/2006/customXml" ds:itemID="{F473707B-A98D-4827-B183-D9D7EFEED7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322e0b-0106-40c9-b7b5-a5df000b03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9E1014-C62B-4307-8293-F4F007368C86}">
  <ds:schemaRefs>
    <ds:schemaRef ds:uri="http://schemas.microsoft.com/sharepoint/v3/contenttype/forms"/>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208</Words>
  <Application>Microsoft Office PowerPoint</Application>
  <PresentationFormat>On-screen Show (16:9)</PresentationFormat>
  <Paragraphs>21</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 (Body)</vt:lpstr>
      <vt:lpstr>Helvetica Neue</vt:lpstr>
      <vt:lpstr>Aptos</vt:lpstr>
      <vt:lpstr>Aptos Display</vt:lpstr>
      <vt:lpstr>Arial</vt:lpstr>
      <vt:lpstr>Simple Light</vt:lpstr>
      <vt:lpstr>PowerPoint Presentation</vt:lpstr>
      <vt:lpstr>PowerPoint Presentation</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Members</vt:lpstr>
      <vt:lpstr>Projects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Helmke, Anna (external - Service)</dc:creator>
  <cp:lastModifiedBy>Helmke, Anna (external - Service)</cp:lastModifiedBy>
  <cp:revision>7</cp:revision>
  <dcterms:modified xsi:type="dcterms:W3CDTF">2026-02-25T12:56:52Z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0x010100F0BCBE28C152D347A599609430F3695F</vt:lpwstr>
  </property>
  <property fmtid="{D5CDD505-2E9C-101B-9397-08002B2CF9AE}" pid="3" name="_dlc_DocIdItemGuid">
    <vt:lpwstr>060753ef-c78e-4a98-9f3e-36ac143946f3</vt:lpwstr>
  </property>
  <property fmtid="{D5CDD505-2E9C-101B-9397-08002B2CF9AE}" pid="4" name="MediaServiceImageTags">
    <vt:lpwstr/>
  </property>
</Properties>
</file>