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64" r:id="rId2"/>
    <p:sldId id="323" r:id="rId3"/>
    <p:sldId id="267" r:id="rId4"/>
    <p:sldId id="289" r:id="rId5"/>
    <p:sldId id="271" r:id="rId6"/>
    <p:sldId id="304" r:id="rId7"/>
    <p:sldId id="273" r:id="rId8"/>
    <p:sldId id="298" r:id="rId9"/>
    <p:sldId id="307" r:id="rId10"/>
    <p:sldId id="275" r:id="rId11"/>
    <p:sldId id="326" r:id="rId12"/>
    <p:sldId id="324" r:id="rId13"/>
    <p:sldId id="325"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kiosk/>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CAEE"/>
    <a:srgbClr val="163E64"/>
    <a:srgbClr val="4F95D9"/>
    <a:srgbClr val="A6CAED"/>
    <a:srgbClr val="DDEBF8"/>
    <a:srgbClr val="F6FBFF"/>
    <a:srgbClr val="F5FAFF"/>
    <a:srgbClr val="F2F2F2"/>
    <a:srgbClr val="0D5DDF"/>
    <a:srgbClr val="3333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9D9992-271B-8144-B9C5-A26B0866EDF2}" v="1" dt="2026-09-01T10:02:54.0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949"/>
    <p:restoredTop sz="94748"/>
  </p:normalViewPr>
  <p:slideViewPr>
    <p:cSldViewPr snapToGrid="0">
      <p:cViewPr varScale="1">
        <p:scale>
          <a:sx n="110" d="100"/>
          <a:sy n="110" d="100"/>
        </p:scale>
        <p:origin x="184"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8D1FFF-3B6F-A440-B2E7-D2C34C2609DB}" type="datetimeFigureOut">
              <a:rPr lang="en-US" smtClean="0"/>
              <a:t>9/1/26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C7977E-D206-0644-9C2D-F055898E797E}" type="slidenum">
              <a:rPr lang="en-US" smtClean="0"/>
              <a:t>‹#›</a:t>
            </a:fld>
            <a:endParaRPr lang="en-US"/>
          </a:p>
        </p:txBody>
      </p:sp>
    </p:spTree>
    <p:extLst>
      <p:ext uri="{BB962C8B-B14F-4D97-AF65-F5344CB8AC3E}">
        <p14:creationId xmlns:p14="http://schemas.microsoft.com/office/powerpoint/2010/main" val="33389082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de-DE" b="1" dirty="0"/>
              <a:t>THIS SLIDE IS MANDATORY!</a:t>
            </a:r>
            <a:endParaRPr lang="en-US" b="1" dirty="0"/>
          </a:p>
        </p:txBody>
      </p:sp>
    </p:spTree>
    <p:extLst>
      <p:ext uri="{BB962C8B-B14F-4D97-AF65-F5344CB8AC3E}">
        <p14:creationId xmlns:p14="http://schemas.microsoft.com/office/powerpoint/2010/main" val="838490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DCD46-FF84-D880-B767-A164416082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5A3B71-49A4-ACC5-19D6-75A2F7AA9C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9EC02F-4B08-D1B2-909E-4CC7A757993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DBBA32E-D5B5-AE40-1CB1-461DB98EFE51}"/>
              </a:ext>
            </a:extLst>
          </p:cNvPr>
          <p:cNvSpPr>
            <a:spLocks noGrp="1"/>
          </p:cNvSpPr>
          <p:nvPr>
            <p:ph type="sldNum" sz="quarter" idx="5"/>
          </p:nvPr>
        </p:nvSpPr>
        <p:spPr/>
        <p:txBody>
          <a:bodyPr/>
          <a:lstStyle/>
          <a:p>
            <a:fld id="{C2C7977E-D206-0644-9C2D-F055898E797E}" type="slidenum">
              <a:rPr lang="en-US" smtClean="0"/>
              <a:t>4</a:t>
            </a:fld>
            <a:endParaRPr lang="en-US"/>
          </a:p>
        </p:txBody>
      </p:sp>
    </p:spTree>
    <p:extLst>
      <p:ext uri="{BB962C8B-B14F-4D97-AF65-F5344CB8AC3E}">
        <p14:creationId xmlns:p14="http://schemas.microsoft.com/office/powerpoint/2010/main" val="41238009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C50797-E692-9132-7DD1-89230CBEE6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252DD1-51E6-EFA5-9DF2-65A9B66CC9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48F133-6347-76E2-80FF-FF26E6443BB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5A98EC9-886C-19FB-BB4F-0BF7803E3AC1}"/>
              </a:ext>
            </a:extLst>
          </p:cNvPr>
          <p:cNvSpPr>
            <a:spLocks noGrp="1"/>
          </p:cNvSpPr>
          <p:nvPr>
            <p:ph type="sldNum" sz="quarter" idx="5"/>
          </p:nvPr>
        </p:nvSpPr>
        <p:spPr/>
        <p:txBody>
          <a:bodyPr/>
          <a:lstStyle/>
          <a:p>
            <a:fld id="{C2C7977E-D206-0644-9C2D-F055898E797E}" type="slidenum">
              <a:rPr lang="en-US" smtClean="0"/>
              <a:t>8</a:t>
            </a:fld>
            <a:endParaRPr lang="en-US"/>
          </a:p>
        </p:txBody>
      </p:sp>
    </p:spTree>
    <p:extLst>
      <p:ext uri="{BB962C8B-B14F-4D97-AF65-F5344CB8AC3E}">
        <p14:creationId xmlns:p14="http://schemas.microsoft.com/office/powerpoint/2010/main" val="33429598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ACB59-3023-7C2B-2FA9-8730971807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F81AF6-A6B4-BAF4-F804-28338EC5DC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19B2C6-AA83-47DC-FA68-59E91897752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66AC5F5-ABEB-4917-D48C-E152DDA468E2}"/>
              </a:ext>
            </a:extLst>
          </p:cNvPr>
          <p:cNvSpPr>
            <a:spLocks noGrp="1"/>
          </p:cNvSpPr>
          <p:nvPr>
            <p:ph type="sldNum" sz="quarter" idx="5"/>
          </p:nvPr>
        </p:nvSpPr>
        <p:spPr/>
        <p:txBody>
          <a:bodyPr/>
          <a:lstStyle/>
          <a:p>
            <a:fld id="{C2C7977E-D206-0644-9C2D-F055898E797E}" type="slidenum">
              <a:rPr lang="en-US" smtClean="0"/>
              <a:t>9</a:t>
            </a:fld>
            <a:endParaRPr lang="en-US"/>
          </a:p>
        </p:txBody>
      </p:sp>
    </p:spTree>
    <p:extLst>
      <p:ext uri="{BB962C8B-B14F-4D97-AF65-F5344CB8AC3E}">
        <p14:creationId xmlns:p14="http://schemas.microsoft.com/office/powerpoint/2010/main" val="81323781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3BE9035A-D2BD-C7BB-B324-96AE987A11BA}"/>
              </a:ext>
            </a:extLst>
          </p:cNvPr>
          <p:cNvSpPr>
            <a:spLocks noGrp="1"/>
          </p:cNvSpPr>
          <p:nvPr>
            <p:ph type="dt" sz="half" idx="10"/>
          </p:nvPr>
        </p:nvSpPr>
        <p:spPr/>
        <p:txBody>
          <a:bodyPr/>
          <a:lstStyle/>
          <a:p>
            <a:fld id="{C4DB08A1-141E-2C40-B982-1317EBA64EC5}" type="datetimeFigureOut">
              <a:rPr lang="en-US" smtClean="0"/>
              <a:t>9/1/26</a:t>
            </a:fld>
            <a:endParaRPr lang="en-US"/>
          </a:p>
        </p:txBody>
      </p:sp>
      <p:sp>
        <p:nvSpPr>
          <p:cNvPr id="8" name="Footer Placeholder 7">
            <a:extLst>
              <a:ext uri="{FF2B5EF4-FFF2-40B4-BE49-F238E27FC236}">
                <a16:creationId xmlns:a16="http://schemas.microsoft.com/office/drawing/2014/main" id="{EBF5DE4C-33F7-BCA5-7540-808C5951732A}"/>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88A936CF-FC76-674B-8CF9-F448D76405BF}"/>
              </a:ext>
            </a:extLst>
          </p:cNvPr>
          <p:cNvSpPr>
            <a:spLocks noGrp="1"/>
          </p:cNvSpPr>
          <p:nvPr>
            <p:ph type="sldNum" sz="quarter" idx="12"/>
          </p:nvPr>
        </p:nvSpPr>
        <p:spPr>
          <a:xfrm>
            <a:off x="8610600" y="6356350"/>
            <a:ext cx="2743200" cy="365125"/>
          </a:xfrm>
          <a:prstGeom prst="rect">
            <a:avLst/>
          </a:prstGeom>
        </p:spPr>
        <p:txBody>
          <a:bodyPr/>
          <a:lstStyle/>
          <a:p>
            <a:fld id="{7B6B16E4-3D32-BD46-B42C-FCE8CFB7E3B1}" type="slidenum">
              <a:rPr lang="en-US" smtClean="0"/>
              <a:t>‹#›</a:t>
            </a:fld>
            <a:endParaRPr lang="en-US" dirty="0"/>
          </a:p>
        </p:txBody>
      </p:sp>
      <p:pic>
        <p:nvPicPr>
          <p:cNvPr id="2" name="Picture 1">
            <a:extLst>
              <a:ext uri="{FF2B5EF4-FFF2-40B4-BE49-F238E27FC236}">
                <a16:creationId xmlns:a16="http://schemas.microsoft.com/office/drawing/2014/main" id="{44E80148-71FD-FA57-58F2-47F919EA668A}"/>
              </a:ext>
            </a:extLst>
          </p:cNvPr>
          <p:cNvPicPr>
            <a:picLocks noChangeAspect="1"/>
          </p:cNvPicPr>
          <p:nvPr userDrawn="1"/>
        </p:nvPicPr>
        <p:blipFill>
          <a:blip r:embed="rId2"/>
          <a:stretch>
            <a:fillRect/>
          </a:stretch>
        </p:blipFill>
        <p:spPr>
          <a:xfrm>
            <a:off x="5939044" y="6414503"/>
            <a:ext cx="276591" cy="237078"/>
          </a:xfrm>
          <a:prstGeom prst="rect">
            <a:avLst/>
          </a:prstGeom>
        </p:spPr>
      </p:pic>
    </p:spTree>
    <p:extLst>
      <p:ext uri="{BB962C8B-B14F-4D97-AF65-F5344CB8AC3E}">
        <p14:creationId xmlns:p14="http://schemas.microsoft.com/office/powerpoint/2010/main" val="16874717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3BE9035A-D2BD-C7BB-B324-96AE987A11BA}"/>
              </a:ext>
            </a:extLst>
          </p:cNvPr>
          <p:cNvSpPr>
            <a:spLocks noGrp="1"/>
          </p:cNvSpPr>
          <p:nvPr>
            <p:ph type="dt" sz="half" idx="10"/>
          </p:nvPr>
        </p:nvSpPr>
        <p:spPr/>
        <p:txBody>
          <a:bodyPr/>
          <a:lstStyle/>
          <a:p>
            <a:fld id="{C4DB08A1-141E-2C40-B982-1317EBA64EC5}" type="datetimeFigureOut">
              <a:rPr lang="en-US" smtClean="0"/>
              <a:t>9/1/26</a:t>
            </a:fld>
            <a:endParaRPr lang="en-US"/>
          </a:p>
        </p:txBody>
      </p:sp>
      <p:sp>
        <p:nvSpPr>
          <p:cNvPr id="8" name="Footer Placeholder 7">
            <a:extLst>
              <a:ext uri="{FF2B5EF4-FFF2-40B4-BE49-F238E27FC236}">
                <a16:creationId xmlns:a16="http://schemas.microsoft.com/office/drawing/2014/main" id="{EBF5DE4C-33F7-BCA5-7540-808C5951732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8A936CF-FC76-674B-8CF9-F448D76405BF}"/>
              </a:ext>
            </a:extLst>
          </p:cNvPr>
          <p:cNvSpPr>
            <a:spLocks noGrp="1"/>
          </p:cNvSpPr>
          <p:nvPr>
            <p:ph type="sldNum" sz="quarter" idx="12"/>
          </p:nvPr>
        </p:nvSpPr>
        <p:spPr>
          <a:xfrm>
            <a:off x="8610600" y="6356350"/>
            <a:ext cx="2743200" cy="365125"/>
          </a:xfrm>
          <a:prstGeom prst="rect">
            <a:avLst/>
          </a:prstGeom>
        </p:spPr>
        <p:txBody>
          <a:bodyPr/>
          <a:lstStyle/>
          <a:p>
            <a:fld id="{7B6B16E4-3D32-BD46-B42C-FCE8CFB7E3B1}" type="slidenum">
              <a:rPr lang="en-US" smtClean="0"/>
              <a:t>‹#›</a:t>
            </a:fld>
            <a:endParaRPr lang="en-US" dirty="0"/>
          </a:p>
        </p:txBody>
      </p:sp>
      <p:sp>
        <p:nvSpPr>
          <p:cNvPr id="5" name="Title 4">
            <a:extLst>
              <a:ext uri="{FF2B5EF4-FFF2-40B4-BE49-F238E27FC236}">
                <a16:creationId xmlns:a16="http://schemas.microsoft.com/office/drawing/2014/main" id="{011FEDEA-C53E-237C-33A9-B0566BAF0D31}"/>
              </a:ext>
            </a:extLst>
          </p:cNvPr>
          <p:cNvSpPr>
            <a:spLocks noGrp="1"/>
          </p:cNvSpPr>
          <p:nvPr>
            <p:ph type="title"/>
          </p:nvPr>
        </p:nvSpPr>
        <p:spPr>
          <a:xfrm>
            <a:off x="472440" y="422179"/>
            <a:ext cx="10515600" cy="1325563"/>
          </a:xfrm>
        </p:spPr>
        <p:txBody>
          <a:bodyPr/>
          <a:lstStyle>
            <a:lvl1pPr>
              <a:defRPr sz="3500" b="1"/>
            </a:lvl1pPr>
          </a:lstStyle>
          <a:p>
            <a:r>
              <a:rPr lang="en-US" dirty="0"/>
              <a:t>Click to edit Master title style</a:t>
            </a:r>
          </a:p>
        </p:txBody>
      </p:sp>
      <p:sp>
        <p:nvSpPr>
          <p:cNvPr id="13" name="Text Placeholder 12">
            <a:extLst>
              <a:ext uri="{FF2B5EF4-FFF2-40B4-BE49-F238E27FC236}">
                <a16:creationId xmlns:a16="http://schemas.microsoft.com/office/drawing/2014/main" id="{50A5EA23-8703-E23F-EEEF-C0DFCAEDD952}"/>
              </a:ext>
            </a:extLst>
          </p:cNvPr>
          <p:cNvSpPr>
            <a:spLocks noGrp="1"/>
          </p:cNvSpPr>
          <p:nvPr>
            <p:ph type="body" sz="quarter" idx="13"/>
          </p:nvPr>
        </p:nvSpPr>
        <p:spPr>
          <a:xfrm>
            <a:off x="472440" y="2000250"/>
            <a:ext cx="8477921" cy="2786903"/>
          </a:xfrm>
        </p:spPr>
        <p:txBody>
          <a:bodyPr/>
          <a:lstStyle>
            <a:lvl1pPr>
              <a:defRPr sz="1700"/>
            </a:lvl1pPr>
            <a:lvl2pPr>
              <a:defRPr sz="1700"/>
            </a:lvl2pPr>
            <a:lvl3pPr>
              <a:defRPr sz="1700"/>
            </a:lvl3pPr>
            <a:lvl4pPr>
              <a:defRPr sz="1700"/>
            </a:lvl4pPr>
            <a:lvl5pPr>
              <a:defRPr sz="17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Picture 1">
            <a:extLst>
              <a:ext uri="{FF2B5EF4-FFF2-40B4-BE49-F238E27FC236}">
                <a16:creationId xmlns:a16="http://schemas.microsoft.com/office/drawing/2014/main" id="{D5456CD5-AC5E-5BBB-F90F-676792B9C02D}"/>
              </a:ext>
            </a:extLst>
          </p:cNvPr>
          <p:cNvPicPr>
            <a:picLocks noChangeAspect="1"/>
          </p:cNvPicPr>
          <p:nvPr userDrawn="1"/>
        </p:nvPicPr>
        <p:blipFill>
          <a:blip r:embed="rId2"/>
          <a:stretch>
            <a:fillRect/>
          </a:stretch>
        </p:blipFill>
        <p:spPr>
          <a:xfrm>
            <a:off x="5939044" y="6414503"/>
            <a:ext cx="276591" cy="237078"/>
          </a:xfrm>
          <a:prstGeom prst="rect">
            <a:avLst/>
          </a:prstGeom>
        </p:spPr>
      </p:pic>
    </p:spTree>
    <p:extLst>
      <p:ext uri="{BB962C8B-B14F-4D97-AF65-F5344CB8AC3E}">
        <p14:creationId xmlns:p14="http://schemas.microsoft.com/office/powerpoint/2010/main" val="41470056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3BE9035A-D2BD-C7BB-B324-96AE987A11BA}"/>
              </a:ext>
            </a:extLst>
          </p:cNvPr>
          <p:cNvSpPr>
            <a:spLocks noGrp="1"/>
          </p:cNvSpPr>
          <p:nvPr>
            <p:ph type="dt" sz="half" idx="10"/>
          </p:nvPr>
        </p:nvSpPr>
        <p:spPr/>
        <p:txBody>
          <a:bodyPr/>
          <a:lstStyle/>
          <a:p>
            <a:fld id="{C4DB08A1-141E-2C40-B982-1317EBA64EC5}" type="datetimeFigureOut">
              <a:rPr lang="en-US" smtClean="0"/>
              <a:t>9/1/26</a:t>
            </a:fld>
            <a:endParaRPr lang="en-US"/>
          </a:p>
        </p:txBody>
      </p:sp>
      <p:sp>
        <p:nvSpPr>
          <p:cNvPr id="8" name="Footer Placeholder 7">
            <a:extLst>
              <a:ext uri="{FF2B5EF4-FFF2-40B4-BE49-F238E27FC236}">
                <a16:creationId xmlns:a16="http://schemas.microsoft.com/office/drawing/2014/main" id="{EBF5DE4C-33F7-BCA5-7540-808C5951732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8A936CF-FC76-674B-8CF9-F448D76405BF}"/>
              </a:ext>
            </a:extLst>
          </p:cNvPr>
          <p:cNvSpPr>
            <a:spLocks noGrp="1"/>
          </p:cNvSpPr>
          <p:nvPr>
            <p:ph type="sldNum" sz="quarter" idx="12"/>
          </p:nvPr>
        </p:nvSpPr>
        <p:spPr>
          <a:xfrm>
            <a:off x="8610600" y="6356350"/>
            <a:ext cx="2743200" cy="365125"/>
          </a:xfrm>
          <a:prstGeom prst="rect">
            <a:avLst/>
          </a:prstGeom>
        </p:spPr>
        <p:txBody>
          <a:bodyPr/>
          <a:lstStyle/>
          <a:p>
            <a:fld id="{7B6B16E4-3D32-BD46-B42C-FCE8CFB7E3B1}" type="slidenum">
              <a:rPr lang="en-US" smtClean="0"/>
              <a:t>‹#›</a:t>
            </a:fld>
            <a:endParaRPr lang="en-US" dirty="0"/>
          </a:p>
        </p:txBody>
      </p:sp>
      <p:sp>
        <p:nvSpPr>
          <p:cNvPr id="5" name="Title 4">
            <a:extLst>
              <a:ext uri="{FF2B5EF4-FFF2-40B4-BE49-F238E27FC236}">
                <a16:creationId xmlns:a16="http://schemas.microsoft.com/office/drawing/2014/main" id="{011FEDEA-C53E-237C-33A9-B0566BAF0D31}"/>
              </a:ext>
            </a:extLst>
          </p:cNvPr>
          <p:cNvSpPr>
            <a:spLocks noGrp="1"/>
          </p:cNvSpPr>
          <p:nvPr>
            <p:ph type="title"/>
          </p:nvPr>
        </p:nvSpPr>
        <p:spPr>
          <a:xfrm>
            <a:off x="472440" y="422179"/>
            <a:ext cx="10515600" cy="1325563"/>
          </a:xfrm>
        </p:spPr>
        <p:txBody>
          <a:bodyPr/>
          <a:lstStyle>
            <a:lvl1pPr>
              <a:defRPr sz="3500" b="1"/>
            </a:lvl1pPr>
          </a:lstStyle>
          <a:p>
            <a:r>
              <a:rPr lang="en-US" dirty="0"/>
              <a:t>Click to edit Master title style</a:t>
            </a:r>
          </a:p>
        </p:txBody>
      </p:sp>
      <p:sp>
        <p:nvSpPr>
          <p:cNvPr id="13" name="Text Placeholder 12">
            <a:extLst>
              <a:ext uri="{FF2B5EF4-FFF2-40B4-BE49-F238E27FC236}">
                <a16:creationId xmlns:a16="http://schemas.microsoft.com/office/drawing/2014/main" id="{50A5EA23-8703-E23F-EEEF-C0DFCAEDD952}"/>
              </a:ext>
            </a:extLst>
          </p:cNvPr>
          <p:cNvSpPr>
            <a:spLocks noGrp="1"/>
          </p:cNvSpPr>
          <p:nvPr>
            <p:ph type="body" sz="quarter" idx="13"/>
          </p:nvPr>
        </p:nvSpPr>
        <p:spPr>
          <a:xfrm>
            <a:off x="472441" y="2000250"/>
            <a:ext cx="4949414" cy="2786903"/>
          </a:xfrm>
        </p:spPr>
        <p:txBody>
          <a:bodyPr/>
          <a:lstStyle>
            <a:lvl1pPr>
              <a:defRPr sz="1700"/>
            </a:lvl1pPr>
            <a:lvl2pPr>
              <a:defRPr sz="1700"/>
            </a:lvl2pPr>
            <a:lvl3pPr>
              <a:defRPr sz="1700"/>
            </a:lvl3pPr>
            <a:lvl4pPr>
              <a:defRPr sz="1700"/>
            </a:lvl4pPr>
            <a:lvl5pPr>
              <a:defRPr sz="17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Online Image Placeholder 2">
            <a:extLst>
              <a:ext uri="{FF2B5EF4-FFF2-40B4-BE49-F238E27FC236}">
                <a16:creationId xmlns:a16="http://schemas.microsoft.com/office/drawing/2014/main" id="{10EBD649-AA08-26F6-66FA-3CAC6123F77F}"/>
              </a:ext>
            </a:extLst>
          </p:cNvPr>
          <p:cNvSpPr>
            <a:spLocks noGrp="1"/>
          </p:cNvSpPr>
          <p:nvPr>
            <p:ph type="clipArt" sz="quarter" idx="14"/>
          </p:nvPr>
        </p:nvSpPr>
        <p:spPr>
          <a:xfrm>
            <a:off x="5765800" y="1979613"/>
            <a:ext cx="6056313" cy="4119562"/>
          </a:xfrm>
        </p:spPr>
        <p:txBody>
          <a:bodyPr/>
          <a:lstStyle/>
          <a:p>
            <a:endParaRPr lang="en-US"/>
          </a:p>
        </p:txBody>
      </p:sp>
      <p:pic>
        <p:nvPicPr>
          <p:cNvPr id="2" name="Picture 1">
            <a:extLst>
              <a:ext uri="{FF2B5EF4-FFF2-40B4-BE49-F238E27FC236}">
                <a16:creationId xmlns:a16="http://schemas.microsoft.com/office/drawing/2014/main" id="{95A62B41-C763-3C87-9A4B-3B0DCD986F07}"/>
              </a:ext>
            </a:extLst>
          </p:cNvPr>
          <p:cNvPicPr>
            <a:picLocks noChangeAspect="1"/>
          </p:cNvPicPr>
          <p:nvPr userDrawn="1"/>
        </p:nvPicPr>
        <p:blipFill>
          <a:blip r:embed="rId2"/>
          <a:stretch>
            <a:fillRect/>
          </a:stretch>
        </p:blipFill>
        <p:spPr>
          <a:xfrm>
            <a:off x="5939044" y="6414503"/>
            <a:ext cx="276591" cy="237078"/>
          </a:xfrm>
          <a:prstGeom prst="rect">
            <a:avLst/>
          </a:prstGeom>
        </p:spPr>
      </p:pic>
    </p:spTree>
    <p:extLst>
      <p:ext uri="{BB962C8B-B14F-4D97-AF65-F5344CB8AC3E}">
        <p14:creationId xmlns:p14="http://schemas.microsoft.com/office/powerpoint/2010/main" val="32097862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16B74BB-BA67-32EF-9695-C144D3C75698}"/>
              </a:ext>
            </a:extLst>
          </p:cNvPr>
          <p:cNvSpPr>
            <a:spLocks noGrp="1"/>
          </p:cNvSpPr>
          <p:nvPr>
            <p:ph type="dt" sz="half" idx="10"/>
          </p:nvPr>
        </p:nvSpPr>
        <p:spPr/>
        <p:txBody>
          <a:bodyPr/>
          <a:lstStyle/>
          <a:p>
            <a:fld id="{C4DB08A1-141E-2C40-B982-1317EBA64EC5}" type="datetimeFigureOut">
              <a:rPr lang="en-US" smtClean="0"/>
              <a:t>9/1/26</a:t>
            </a:fld>
            <a:endParaRPr lang="en-US"/>
          </a:p>
        </p:txBody>
      </p:sp>
      <p:sp>
        <p:nvSpPr>
          <p:cNvPr id="5" name="Footer Placeholder 4">
            <a:extLst>
              <a:ext uri="{FF2B5EF4-FFF2-40B4-BE49-F238E27FC236}">
                <a16:creationId xmlns:a16="http://schemas.microsoft.com/office/drawing/2014/main" id="{DB9F6221-31AB-5C1E-83E4-153E428C01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6D416A-C588-19C1-F166-50142B8813FD}"/>
              </a:ext>
            </a:extLst>
          </p:cNvPr>
          <p:cNvSpPr>
            <a:spLocks noGrp="1"/>
          </p:cNvSpPr>
          <p:nvPr>
            <p:ph type="sldNum" sz="quarter" idx="12"/>
          </p:nvPr>
        </p:nvSpPr>
        <p:spPr>
          <a:xfrm>
            <a:off x="8610600" y="6356350"/>
            <a:ext cx="2743200" cy="365125"/>
          </a:xfrm>
          <a:prstGeom prst="rect">
            <a:avLst/>
          </a:prstGeom>
        </p:spPr>
        <p:txBody>
          <a:bodyPr/>
          <a:lstStyle/>
          <a:p>
            <a:fld id="{7B6B16E4-3D32-BD46-B42C-FCE8CFB7E3B1}" type="slidenum">
              <a:rPr lang="en-US" smtClean="0"/>
              <a:t>‹#›</a:t>
            </a:fld>
            <a:endParaRPr lang="en-US"/>
          </a:p>
        </p:txBody>
      </p:sp>
      <p:pic>
        <p:nvPicPr>
          <p:cNvPr id="8" name="Picture 7">
            <a:extLst>
              <a:ext uri="{FF2B5EF4-FFF2-40B4-BE49-F238E27FC236}">
                <a16:creationId xmlns:a16="http://schemas.microsoft.com/office/drawing/2014/main" id="{96DF5B25-4E90-5C27-99D5-38CFA7A0E2F0}"/>
              </a:ext>
            </a:extLst>
          </p:cNvPr>
          <p:cNvPicPr>
            <a:picLocks noChangeAspect="1"/>
          </p:cNvPicPr>
          <p:nvPr userDrawn="1"/>
        </p:nvPicPr>
        <p:blipFill>
          <a:blip r:embed="rId2"/>
          <a:stretch>
            <a:fillRect/>
          </a:stretch>
        </p:blipFill>
        <p:spPr>
          <a:xfrm>
            <a:off x="5939044" y="6414503"/>
            <a:ext cx="276591" cy="237078"/>
          </a:xfrm>
          <a:prstGeom prst="rect">
            <a:avLst/>
          </a:prstGeom>
        </p:spPr>
      </p:pic>
    </p:spTree>
    <p:extLst>
      <p:ext uri="{BB962C8B-B14F-4D97-AF65-F5344CB8AC3E}">
        <p14:creationId xmlns:p14="http://schemas.microsoft.com/office/powerpoint/2010/main" val="38404072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3BE9035A-D2BD-C7BB-B324-96AE987A11BA}"/>
              </a:ext>
            </a:extLst>
          </p:cNvPr>
          <p:cNvSpPr>
            <a:spLocks noGrp="1"/>
          </p:cNvSpPr>
          <p:nvPr>
            <p:ph type="dt" sz="half" idx="10"/>
          </p:nvPr>
        </p:nvSpPr>
        <p:spPr/>
        <p:txBody>
          <a:bodyPr/>
          <a:lstStyle/>
          <a:p>
            <a:fld id="{C4DB08A1-141E-2C40-B982-1317EBA64EC5}" type="datetimeFigureOut">
              <a:rPr lang="en-US" smtClean="0"/>
              <a:t>9/1/26</a:t>
            </a:fld>
            <a:endParaRPr lang="en-US"/>
          </a:p>
        </p:txBody>
      </p:sp>
      <p:sp>
        <p:nvSpPr>
          <p:cNvPr id="8" name="Footer Placeholder 7">
            <a:extLst>
              <a:ext uri="{FF2B5EF4-FFF2-40B4-BE49-F238E27FC236}">
                <a16:creationId xmlns:a16="http://schemas.microsoft.com/office/drawing/2014/main" id="{EBF5DE4C-33F7-BCA5-7540-808C5951732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8A936CF-FC76-674B-8CF9-F448D76405BF}"/>
              </a:ext>
            </a:extLst>
          </p:cNvPr>
          <p:cNvSpPr>
            <a:spLocks noGrp="1"/>
          </p:cNvSpPr>
          <p:nvPr>
            <p:ph type="sldNum" sz="quarter" idx="12"/>
          </p:nvPr>
        </p:nvSpPr>
        <p:spPr>
          <a:xfrm>
            <a:off x="8610600" y="6356350"/>
            <a:ext cx="2743200" cy="365125"/>
          </a:xfrm>
          <a:prstGeom prst="rect">
            <a:avLst/>
          </a:prstGeom>
        </p:spPr>
        <p:txBody>
          <a:bodyPr/>
          <a:lstStyle/>
          <a:p>
            <a:fld id="{7B6B16E4-3D32-BD46-B42C-FCE8CFB7E3B1}" type="slidenum">
              <a:rPr lang="en-US" smtClean="0"/>
              <a:t>‹#›</a:t>
            </a:fld>
            <a:endParaRPr lang="en-US" dirty="0"/>
          </a:p>
        </p:txBody>
      </p:sp>
      <p:sp>
        <p:nvSpPr>
          <p:cNvPr id="5" name="Title 4">
            <a:extLst>
              <a:ext uri="{FF2B5EF4-FFF2-40B4-BE49-F238E27FC236}">
                <a16:creationId xmlns:a16="http://schemas.microsoft.com/office/drawing/2014/main" id="{011FEDEA-C53E-237C-33A9-B0566BAF0D31}"/>
              </a:ext>
            </a:extLst>
          </p:cNvPr>
          <p:cNvSpPr>
            <a:spLocks noGrp="1"/>
          </p:cNvSpPr>
          <p:nvPr>
            <p:ph type="title"/>
          </p:nvPr>
        </p:nvSpPr>
        <p:spPr>
          <a:xfrm>
            <a:off x="472440" y="422179"/>
            <a:ext cx="10515600" cy="1325563"/>
          </a:xfrm>
        </p:spPr>
        <p:txBody>
          <a:bodyPr/>
          <a:lstStyle>
            <a:lvl1pPr>
              <a:defRPr sz="3500" b="1"/>
            </a:lvl1pPr>
          </a:lstStyle>
          <a:p>
            <a:r>
              <a:rPr lang="en-US" dirty="0"/>
              <a:t>Click to edit Master title style</a:t>
            </a:r>
          </a:p>
        </p:txBody>
      </p:sp>
      <p:sp>
        <p:nvSpPr>
          <p:cNvPr id="13" name="Text Placeholder 12">
            <a:extLst>
              <a:ext uri="{FF2B5EF4-FFF2-40B4-BE49-F238E27FC236}">
                <a16:creationId xmlns:a16="http://schemas.microsoft.com/office/drawing/2014/main" id="{50A5EA23-8703-E23F-EEEF-C0DFCAEDD952}"/>
              </a:ext>
            </a:extLst>
          </p:cNvPr>
          <p:cNvSpPr>
            <a:spLocks noGrp="1"/>
          </p:cNvSpPr>
          <p:nvPr>
            <p:ph type="body" sz="quarter" idx="13"/>
          </p:nvPr>
        </p:nvSpPr>
        <p:spPr>
          <a:xfrm>
            <a:off x="472440" y="2000250"/>
            <a:ext cx="8477921" cy="2786903"/>
          </a:xfrm>
        </p:spPr>
        <p:txBody>
          <a:bodyPr/>
          <a:lstStyle>
            <a:lvl1pPr>
              <a:defRPr sz="1700"/>
            </a:lvl1pPr>
            <a:lvl2pPr>
              <a:defRPr sz="1700"/>
            </a:lvl2pPr>
            <a:lvl3pPr>
              <a:defRPr sz="1700"/>
            </a:lvl3pPr>
            <a:lvl4pPr>
              <a:defRPr sz="1700"/>
            </a:lvl4pPr>
            <a:lvl5pPr>
              <a:defRPr sz="17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3" name="Picture 2">
            <a:extLst>
              <a:ext uri="{FF2B5EF4-FFF2-40B4-BE49-F238E27FC236}">
                <a16:creationId xmlns:a16="http://schemas.microsoft.com/office/drawing/2014/main" id="{36803402-4C4F-5390-5C22-3622E794F7FD}"/>
              </a:ext>
            </a:extLst>
          </p:cNvPr>
          <p:cNvPicPr>
            <a:picLocks noChangeAspect="1"/>
          </p:cNvPicPr>
          <p:nvPr userDrawn="1"/>
        </p:nvPicPr>
        <p:blipFill>
          <a:blip r:embed="rId2"/>
          <a:stretch>
            <a:fillRect/>
          </a:stretch>
        </p:blipFill>
        <p:spPr>
          <a:xfrm>
            <a:off x="10686547" y="136525"/>
            <a:ext cx="1334505" cy="258891"/>
          </a:xfrm>
          <a:prstGeom prst="rect">
            <a:avLst/>
          </a:prstGeom>
        </p:spPr>
      </p:pic>
    </p:spTree>
    <p:extLst>
      <p:ext uri="{BB962C8B-B14F-4D97-AF65-F5344CB8AC3E}">
        <p14:creationId xmlns:p14="http://schemas.microsoft.com/office/powerpoint/2010/main" val="38214063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3BE9035A-D2BD-C7BB-B324-96AE987A11BA}"/>
              </a:ext>
            </a:extLst>
          </p:cNvPr>
          <p:cNvSpPr>
            <a:spLocks noGrp="1"/>
          </p:cNvSpPr>
          <p:nvPr>
            <p:ph type="dt" sz="half" idx="10"/>
          </p:nvPr>
        </p:nvSpPr>
        <p:spPr/>
        <p:txBody>
          <a:bodyPr/>
          <a:lstStyle/>
          <a:p>
            <a:fld id="{C4DB08A1-141E-2C40-B982-1317EBA64EC5}" type="datetimeFigureOut">
              <a:rPr lang="en-US" smtClean="0"/>
              <a:t>9/1/26</a:t>
            </a:fld>
            <a:endParaRPr lang="en-US"/>
          </a:p>
        </p:txBody>
      </p:sp>
      <p:sp>
        <p:nvSpPr>
          <p:cNvPr id="8" name="Footer Placeholder 7">
            <a:extLst>
              <a:ext uri="{FF2B5EF4-FFF2-40B4-BE49-F238E27FC236}">
                <a16:creationId xmlns:a16="http://schemas.microsoft.com/office/drawing/2014/main" id="{EBF5DE4C-33F7-BCA5-7540-808C5951732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8A936CF-FC76-674B-8CF9-F448D76405BF}"/>
              </a:ext>
            </a:extLst>
          </p:cNvPr>
          <p:cNvSpPr>
            <a:spLocks noGrp="1"/>
          </p:cNvSpPr>
          <p:nvPr>
            <p:ph type="sldNum" sz="quarter" idx="12"/>
          </p:nvPr>
        </p:nvSpPr>
        <p:spPr>
          <a:xfrm>
            <a:off x="8610600" y="6356350"/>
            <a:ext cx="2743200" cy="365125"/>
          </a:xfrm>
          <a:prstGeom prst="rect">
            <a:avLst/>
          </a:prstGeom>
        </p:spPr>
        <p:txBody>
          <a:bodyPr/>
          <a:lstStyle/>
          <a:p>
            <a:fld id="{7B6B16E4-3D32-BD46-B42C-FCE8CFB7E3B1}" type="slidenum">
              <a:rPr lang="en-US" smtClean="0"/>
              <a:t>‹#›</a:t>
            </a:fld>
            <a:endParaRPr lang="en-US" dirty="0"/>
          </a:p>
        </p:txBody>
      </p:sp>
      <p:sp>
        <p:nvSpPr>
          <p:cNvPr id="5" name="Title 4">
            <a:extLst>
              <a:ext uri="{FF2B5EF4-FFF2-40B4-BE49-F238E27FC236}">
                <a16:creationId xmlns:a16="http://schemas.microsoft.com/office/drawing/2014/main" id="{011FEDEA-C53E-237C-33A9-B0566BAF0D31}"/>
              </a:ext>
            </a:extLst>
          </p:cNvPr>
          <p:cNvSpPr>
            <a:spLocks noGrp="1"/>
          </p:cNvSpPr>
          <p:nvPr>
            <p:ph type="title"/>
          </p:nvPr>
        </p:nvSpPr>
        <p:spPr>
          <a:xfrm>
            <a:off x="472440" y="422179"/>
            <a:ext cx="10515600" cy="1325563"/>
          </a:xfrm>
        </p:spPr>
        <p:txBody>
          <a:bodyPr/>
          <a:lstStyle>
            <a:lvl1pPr>
              <a:defRPr sz="3500" b="1"/>
            </a:lvl1pPr>
          </a:lstStyle>
          <a:p>
            <a:r>
              <a:rPr lang="en-US" dirty="0"/>
              <a:t>Click to edit Master title style</a:t>
            </a:r>
          </a:p>
        </p:txBody>
      </p:sp>
      <p:sp>
        <p:nvSpPr>
          <p:cNvPr id="13" name="Text Placeholder 12">
            <a:extLst>
              <a:ext uri="{FF2B5EF4-FFF2-40B4-BE49-F238E27FC236}">
                <a16:creationId xmlns:a16="http://schemas.microsoft.com/office/drawing/2014/main" id="{50A5EA23-8703-E23F-EEEF-C0DFCAEDD952}"/>
              </a:ext>
            </a:extLst>
          </p:cNvPr>
          <p:cNvSpPr>
            <a:spLocks noGrp="1"/>
          </p:cNvSpPr>
          <p:nvPr>
            <p:ph type="body" sz="quarter" idx="13"/>
          </p:nvPr>
        </p:nvSpPr>
        <p:spPr>
          <a:xfrm>
            <a:off x="472441" y="2000250"/>
            <a:ext cx="4949414" cy="2786903"/>
          </a:xfrm>
        </p:spPr>
        <p:txBody>
          <a:bodyPr/>
          <a:lstStyle>
            <a:lvl1pPr>
              <a:defRPr sz="1700"/>
            </a:lvl1pPr>
            <a:lvl2pPr>
              <a:defRPr sz="1700"/>
            </a:lvl2pPr>
            <a:lvl3pPr>
              <a:defRPr sz="1700"/>
            </a:lvl3pPr>
            <a:lvl4pPr>
              <a:defRPr sz="1700"/>
            </a:lvl4pPr>
            <a:lvl5pPr>
              <a:defRPr sz="17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Online Image Placeholder 2">
            <a:extLst>
              <a:ext uri="{FF2B5EF4-FFF2-40B4-BE49-F238E27FC236}">
                <a16:creationId xmlns:a16="http://schemas.microsoft.com/office/drawing/2014/main" id="{10EBD649-AA08-26F6-66FA-3CAC6123F77F}"/>
              </a:ext>
            </a:extLst>
          </p:cNvPr>
          <p:cNvSpPr>
            <a:spLocks noGrp="1"/>
          </p:cNvSpPr>
          <p:nvPr>
            <p:ph type="clipArt" sz="quarter" idx="14"/>
          </p:nvPr>
        </p:nvSpPr>
        <p:spPr>
          <a:xfrm>
            <a:off x="5765800" y="1979613"/>
            <a:ext cx="6056313" cy="4119562"/>
          </a:xfrm>
        </p:spPr>
        <p:txBody>
          <a:bodyPr/>
          <a:lstStyle/>
          <a:p>
            <a:endParaRPr lang="en-US"/>
          </a:p>
        </p:txBody>
      </p:sp>
      <p:pic>
        <p:nvPicPr>
          <p:cNvPr id="4" name="Picture 3">
            <a:extLst>
              <a:ext uri="{FF2B5EF4-FFF2-40B4-BE49-F238E27FC236}">
                <a16:creationId xmlns:a16="http://schemas.microsoft.com/office/drawing/2014/main" id="{8716E2AB-01E7-673E-973E-A5330783082F}"/>
              </a:ext>
            </a:extLst>
          </p:cNvPr>
          <p:cNvPicPr>
            <a:picLocks noChangeAspect="1"/>
          </p:cNvPicPr>
          <p:nvPr userDrawn="1"/>
        </p:nvPicPr>
        <p:blipFill>
          <a:blip r:embed="rId2"/>
          <a:stretch>
            <a:fillRect/>
          </a:stretch>
        </p:blipFill>
        <p:spPr>
          <a:xfrm>
            <a:off x="10686547" y="136525"/>
            <a:ext cx="1334505" cy="258891"/>
          </a:xfrm>
          <a:prstGeom prst="rect">
            <a:avLst/>
          </a:prstGeom>
        </p:spPr>
      </p:pic>
    </p:spTree>
    <p:extLst>
      <p:ext uri="{BB962C8B-B14F-4D97-AF65-F5344CB8AC3E}">
        <p14:creationId xmlns:p14="http://schemas.microsoft.com/office/powerpoint/2010/main" val="10516049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16B74BB-BA67-32EF-9695-C144D3C75698}"/>
              </a:ext>
            </a:extLst>
          </p:cNvPr>
          <p:cNvSpPr>
            <a:spLocks noGrp="1"/>
          </p:cNvSpPr>
          <p:nvPr>
            <p:ph type="dt" sz="half" idx="10"/>
          </p:nvPr>
        </p:nvSpPr>
        <p:spPr/>
        <p:txBody>
          <a:bodyPr/>
          <a:lstStyle/>
          <a:p>
            <a:fld id="{C4DB08A1-141E-2C40-B982-1317EBA64EC5}" type="datetimeFigureOut">
              <a:rPr lang="en-US" smtClean="0"/>
              <a:t>9/1/26</a:t>
            </a:fld>
            <a:endParaRPr lang="en-US"/>
          </a:p>
        </p:txBody>
      </p:sp>
      <p:sp>
        <p:nvSpPr>
          <p:cNvPr id="5" name="Footer Placeholder 4">
            <a:extLst>
              <a:ext uri="{FF2B5EF4-FFF2-40B4-BE49-F238E27FC236}">
                <a16:creationId xmlns:a16="http://schemas.microsoft.com/office/drawing/2014/main" id="{DB9F6221-31AB-5C1E-83E4-153E428C01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6D416A-C588-19C1-F166-50142B8813FD}"/>
              </a:ext>
            </a:extLst>
          </p:cNvPr>
          <p:cNvSpPr>
            <a:spLocks noGrp="1"/>
          </p:cNvSpPr>
          <p:nvPr>
            <p:ph type="sldNum" sz="quarter" idx="12"/>
          </p:nvPr>
        </p:nvSpPr>
        <p:spPr>
          <a:xfrm>
            <a:off x="8610600" y="6356350"/>
            <a:ext cx="2743200" cy="365125"/>
          </a:xfrm>
          <a:prstGeom prst="rect">
            <a:avLst/>
          </a:prstGeom>
        </p:spPr>
        <p:txBody>
          <a:bodyPr/>
          <a:lstStyle/>
          <a:p>
            <a:fld id="{7B6B16E4-3D32-BD46-B42C-FCE8CFB7E3B1}" type="slidenum">
              <a:rPr lang="en-US" smtClean="0"/>
              <a:t>‹#›</a:t>
            </a:fld>
            <a:endParaRPr lang="en-US"/>
          </a:p>
        </p:txBody>
      </p:sp>
      <p:pic>
        <p:nvPicPr>
          <p:cNvPr id="2" name="Picture 1">
            <a:extLst>
              <a:ext uri="{FF2B5EF4-FFF2-40B4-BE49-F238E27FC236}">
                <a16:creationId xmlns:a16="http://schemas.microsoft.com/office/drawing/2014/main" id="{6841523F-674C-1BA7-88C5-ED9F8F3D69CA}"/>
              </a:ext>
            </a:extLst>
          </p:cNvPr>
          <p:cNvPicPr>
            <a:picLocks noChangeAspect="1"/>
          </p:cNvPicPr>
          <p:nvPr userDrawn="1"/>
        </p:nvPicPr>
        <p:blipFill>
          <a:blip r:embed="rId2"/>
          <a:stretch>
            <a:fillRect/>
          </a:stretch>
        </p:blipFill>
        <p:spPr>
          <a:xfrm>
            <a:off x="10686547" y="136525"/>
            <a:ext cx="1334505" cy="258891"/>
          </a:xfrm>
          <a:prstGeom prst="rect">
            <a:avLst/>
          </a:prstGeom>
        </p:spPr>
      </p:pic>
    </p:spTree>
    <p:extLst>
      <p:ext uri="{BB962C8B-B14F-4D97-AF65-F5344CB8AC3E}">
        <p14:creationId xmlns:p14="http://schemas.microsoft.com/office/powerpoint/2010/main" val="4825901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body" userDrawn="1">
  <p:cSld name="Title and body">
    <p:spTree>
      <p:nvGrpSpPr>
        <p:cNvPr id="1" name="Shape 71"/>
        <p:cNvGrpSpPr/>
        <p:nvPr/>
      </p:nvGrpSpPr>
      <p:grpSpPr>
        <a:xfrm>
          <a:off x="0" y="0"/>
          <a:ext cx="0" cy="0"/>
          <a:chOff x="0" y="0"/>
          <a:chExt cx="0" cy="0"/>
        </a:xfrm>
      </p:grpSpPr>
      <p:sp>
        <p:nvSpPr>
          <p:cNvPr id="2" name="Title Placeholder 10">
            <a:extLst>
              <a:ext uri="{FF2B5EF4-FFF2-40B4-BE49-F238E27FC236}">
                <a16:creationId xmlns:a16="http://schemas.microsoft.com/office/drawing/2014/main" id="{EFFD25E4-85F5-21A8-508C-39721715B4F3}"/>
              </a:ext>
            </a:extLst>
          </p:cNvPr>
          <p:cNvSpPr>
            <a:spLocks noGrp="1"/>
          </p:cNvSpPr>
          <p:nvPr>
            <p:ph type="title"/>
          </p:nvPr>
        </p:nvSpPr>
        <p:spPr>
          <a:xfrm>
            <a:off x="838200" y="366185"/>
            <a:ext cx="10515600" cy="1325033"/>
          </a:xfrm>
          <a:prstGeom prst="rect">
            <a:avLst/>
          </a:prstGeom>
        </p:spPr>
        <p:txBody>
          <a:bodyPr vert="horz" lIns="91440" tIns="45720" rIns="91440" bIns="45720" rtlCol="0" anchor="ctr">
            <a:normAutofit/>
          </a:bodyPr>
          <a:lstStyle/>
          <a:p>
            <a:r>
              <a:rPr lang="de-DE" dirty="0">
                <a:latin typeface="Aptos (Body)"/>
              </a:rPr>
              <a:t>Antitrust Policy </a:t>
            </a:r>
            <a:r>
              <a:rPr lang="de-DE" dirty="0" err="1">
                <a:latin typeface="Aptos (Body)"/>
              </a:rPr>
              <a:t>Notice</a:t>
            </a:r>
            <a:endParaRPr lang="en-US" dirty="0">
              <a:latin typeface="Aptos (Body)"/>
            </a:endParaRPr>
          </a:p>
        </p:txBody>
      </p:sp>
      <p:sp>
        <p:nvSpPr>
          <p:cNvPr id="4" name="Text Placeholder 11">
            <a:extLst>
              <a:ext uri="{FF2B5EF4-FFF2-40B4-BE49-F238E27FC236}">
                <a16:creationId xmlns:a16="http://schemas.microsoft.com/office/drawing/2014/main" id="{A9F27D20-B363-4C64-CAA5-B595D7014FE3}"/>
              </a:ext>
            </a:extLst>
          </p:cNvPr>
          <p:cNvSpPr>
            <a:spLocks noGrp="1"/>
          </p:cNvSpPr>
          <p:nvPr>
            <p:ph idx="1"/>
          </p:nvPr>
        </p:nvSpPr>
        <p:spPr>
          <a:xfrm>
            <a:off x="838200" y="1826684"/>
            <a:ext cx="10515600" cy="4349749"/>
          </a:xfrm>
          <a:prstGeom prst="rect">
            <a:avLst/>
          </a:prstGeom>
        </p:spPr>
        <p:txBody>
          <a:bodyPr vert="horz" lIns="91440" tIns="45720" rIns="91440" bIns="45720" rtlCol="0">
            <a:normAutofit/>
          </a:bodyPr>
          <a:lstStyle/>
          <a:p>
            <a:pPr marL="237061" lvl="0" indent="-237061">
              <a:lnSpc>
                <a:spcPct val="90000"/>
              </a:lnSpc>
              <a:buClr>
                <a:srgbClr val="168FDF"/>
              </a:buClr>
              <a:buSzPts val="1700"/>
              <a:buFont typeface="Helvetica Neue"/>
              <a:buChar char="›"/>
            </a:pPr>
            <a:r>
              <a:rPr lang="en-US" dirty="0">
                <a:solidFill>
                  <a:srgbClr val="2F2F2F"/>
                </a:solidFill>
                <a:latin typeface="+mn-lt"/>
                <a:ea typeface="Gill Sans"/>
                <a:cs typeface="Gill Sans"/>
                <a:sym typeface="Gill Sans"/>
              </a:rPr>
              <a:t>Linux Foundation Europe meetings involve participation by industry competitors, and it is the intention of the Linux Foundation to conduct all of its activities in accordance with applicable antitrust and competition laws. It is therefore extremely important that attendees adhere to meeting agendas, and be aware of, and not participate in, any activities that are prohibited under applicable US state, federal or foreign antitrust and competition laws.</a:t>
            </a:r>
            <a:endParaRPr lang="en-US" dirty="0">
              <a:latin typeface="+mn-lt"/>
            </a:endParaRPr>
          </a:p>
          <a:p>
            <a:pPr marL="237061" lvl="0" indent="-101597">
              <a:lnSpc>
                <a:spcPct val="90000"/>
              </a:lnSpc>
              <a:spcBef>
                <a:spcPts val="1067"/>
              </a:spcBef>
              <a:buClr>
                <a:srgbClr val="168FDF"/>
              </a:buClr>
              <a:buSzPts val="1700"/>
              <a:buNone/>
            </a:pPr>
            <a:endParaRPr lang="en-US" dirty="0">
              <a:solidFill>
                <a:srgbClr val="2F2F2F"/>
              </a:solidFill>
              <a:latin typeface="+mn-lt"/>
              <a:ea typeface="Gill Sans"/>
              <a:cs typeface="Gill Sans"/>
              <a:sym typeface="Gill Sans"/>
            </a:endParaRPr>
          </a:p>
          <a:p>
            <a:pPr marL="237061" lvl="0" indent="-237061">
              <a:lnSpc>
                <a:spcPct val="90000"/>
              </a:lnSpc>
              <a:spcBef>
                <a:spcPts val="1067"/>
              </a:spcBef>
              <a:buClr>
                <a:srgbClr val="168FDF"/>
              </a:buClr>
              <a:buSzPts val="1700"/>
              <a:buFont typeface="Helvetica Neue"/>
              <a:buChar char="›"/>
            </a:pPr>
            <a:r>
              <a:rPr lang="en-US" dirty="0">
                <a:solidFill>
                  <a:srgbClr val="2F2F2F"/>
                </a:solidFill>
                <a:latin typeface="+mn-lt"/>
                <a:ea typeface="Gill Sans"/>
                <a:cs typeface="Gill Sans"/>
                <a:sym typeface="Gill Sans"/>
              </a:rPr>
              <a:t>Examples of types of actions that are prohibited at Linux Foundation Europe meetings and in connection with Linux Foundation activities are described in the Linux Foundation Antitrust Policy available at http://www.linuxfoundation.eu/antitrust-policy. If you have questions about these matters, please contact your company counsel, or if you are a member of the Linux Foundation, feel free to contact Andrew Updegrove of the firm of </a:t>
            </a:r>
            <a:r>
              <a:rPr lang="en-US" dirty="0" err="1">
                <a:solidFill>
                  <a:srgbClr val="2F2F2F"/>
                </a:solidFill>
                <a:latin typeface="+mn-lt"/>
                <a:ea typeface="Gill Sans"/>
                <a:cs typeface="Gill Sans"/>
                <a:sym typeface="Gill Sans"/>
              </a:rPr>
              <a:t>Gesmer</a:t>
            </a:r>
            <a:r>
              <a:rPr lang="en-US" dirty="0">
                <a:solidFill>
                  <a:srgbClr val="2F2F2F"/>
                </a:solidFill>
                <a:latin typeface="+mn-lt"/>
                <a:ea typeface="Gill Sans"/>
                <a:cs typeface="Gill Sans"/>
                <a:sym typeface="Gill Sans"/>
              </a:rPr>
              <a:t> Updegrove LLP, which provides legal counsel to the Linux Foundation.</a:t>
            </a:r>
          </a:p>
          <a:p>
            <a:endParaRPr lang="en-US" dirty="0">
              <a:latin typeface="+mn-lt"/>
            </a:endParaRPr>
          </a:p>
        </p:txBody>
      </p:sp>
      <p:sp>
        <p:nvSpPr>
          <p:cNvPr id="5" name="Slide Number Placeholder 14">
            <a:extLst>
              <a:ext uri="{FF2B5EF4-FFF2-40B4-BE49-F238E27FC236}">
                <a16:creationId xmlns:a16="http://schemas.microsoft.com/office/drawing/2014/main" id="{EE18089A-6AC1-8071-D1E1-EED70EFEBEAC}"/>
              </a:ext>
            </a:extLst>
          </p:cNvPr>
          <p:cNvSpPr>
            <a:spLocks noGrp="1"/>
          </p:cNvSpPr>
          <p:nvPr>
            <p:ph type="sldNum" sz="quarter" idx="4"/>
          </p:nvPr>
        </p:nvSpPr>
        <p:spPr>
          <a:xfrm>
            <a:off x="9218469" y="6356351"/>
            <a:ext cx="2743200" cy="366183"/>
          </a:xfrm>
          <a:prstGeom prst="rect">
            <a:avLst/>
          </a:prstGeom>
        </p:spPr>
        <p:txBody>
          <a:bodyPr vert="horz" lIns="91440" tIns="45720" rIns="91440" bIns="45720" rtlCol="0" anchor="ctr"/>
          <a:lstStyle>
            <a:lvl1pPr algn="r">
              <a:defRPr sz="1600">
                <a:solidFill>
                  <a:schemeClr val="tx1"/>
                </a:solidFill>
                <a:latin typeface="Aptos" panose="020B0004020202020204" pitchFamily="34" charset="0"/>
              </a:defRPr>
            </a:lvl1pPr>
          </a:lstStyle>
          <a:p>
            <a:r>
              <a:rPr lang="en-US" dirty="0"/>
              <a:t>Public | </a:t>
            </a:r>
            <a:fld id="{5700545B-079F-47D2-8F5A-321B676D00E3}" type="slidenum">
              <a:rPr lang="en-US" smtClean="0"/>
              <a:pPr/>
              <a:t>‹#›</a:t>
            </a:fld>
            <a:endParaRPr lang="en-US" dirty="0"/>
          </a:p>
        </p:txBody>
      </p:sp>
    </p:spTree>
    <p:extLst>
      <p:ext uri="{BB962C8B-B14F-4D97-AF65-F5344CB8AC3E}">
        <p14:creationId xmlns:p14="http://schemas.microsoft.com/office/powerpoint/2010/main" val="7110585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B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E5E68F-7363-B619-9AC9-2278C85727F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CBC0930-17C5-4459-B4C2-B7CE7D15EF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B4129D-E225-40FC-AF7F-E6CFC3D91F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4DB08A1-141E-2C40-B982-1317EBA64EC5}" type="datetimeFigureOut">
              <a:rPr lang="en-US" smtClean="0"/>
              <a:t>9/1/26</a:t>
            </a:fld>
            <a:endParaRPr lang="en-US"/>
          </a:p>
        </p:txBody>
      </p:sp>
      <p:sp>
        <p:nvSpPr>
          <p:cNvPr id="5" name="Footer Placeholder 4">
            <a:extLst>
              <a:ext uri="{FF2B5EF4-FFF2-40B4-BE49-F238E27FC236}">
                <a16:creationId xmlns:a16="http://schemas.microsoft.com/office/drawing/2014/main" id="{4644A8A5-C755-E0DA-A6ED-349D841D415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7" name="Slide Number Placeholder 6">
            <a:extLst>
              <a:ext uri="{FF2B5EF4-FFF2-40B4-BE49-F238E27FC236}">
                <a16:creationId xmlns:a16="http://schemas.microsoft.com/office/drawing/2014/main" id="{EAC4D4A2-A015-BE63-DB1F-4DE7F39AF8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55CB959-D39D-9F40-BFF5-F46C70B32892}" type="slidenum">
              <a:rPr lang="en-US" smtClean="0"/>
              <a:t>‹#›</a:t>
            </a:fld>
            <a:endParaRPr lang="en-US" dirty="0"/>
          </a:p>
        </p:txBody>
      </p:sp>
      <p:sp>
        <p:nvSpPr>
          <p:cNvPr id="9" name="Slide Number Placeholder 14">
            <a:extLst>
              <a:ext uri="{FF2B5EF4-FFF2-40B4-BE49-F238E27FC236}">
                <a16:creationId xmlns:a16="http://schemas.microsoft.com/office/drawing/2014/main" id="{CD2DE044-AC67-7A79-E25C-2A5B794BB26E}"/>
              </a:ext>
            </a:extLst>
          </p:cNvPr>
          <p:cNvSpPr txBox="1">
            <a:spLocks/>
          </p:cNvSpPr>
          <p:nvPr userDrawn="1"/>
        </p:nvSpPr>
        <p:spPr>
          <a:xfrm>
            <a:off x="8610600" y="6356351"/>
            <a:ext cx="2743200" cy="366183"/>
          </a:xfrm>
          <a:prstGeom prst="rect">
            <a:avLst/>
          </a:prstGeom>
        </p:spPr>
        <p:txBody>
          <a:bodyPr vert="horz" lIns="91440" tIns="45720" rIns="91440" bIns="45720" rtlCol="0" anchor="ctr"/>
          <a:lstStyle>
            <a:defPPr>
              <a:defRPr lang="en-US"/>
            </a:defPPr>
            <a:lvl1pPr marL="0" algn="r" defTabSz="914400" rtl="0" eaLnBrk="1" latinLnBrk="0" hangingPunct="1">
              <a:defRPr sz="1600" kern="1200">
                <a:solidFill>
                  <a:schemeClr val="tx1"/>
                </a:solidFill>
                <a:latin typeface="Aptos" panose="020B00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700545B-079F-47D2-8F5A-321B676D00E3}" type="slidenum">
              <a:rPr lang="en-US" smtClean="0"/>
              <a:pPr algn="r"/>
              <a:t>‹#›</a:t>
            </a:fld>
            <a:endParaRPr lang="en-US" dirty="0"/>
          </a:p>
        </p:txBody>
      </p:sp>
    </p:spTree>
    <p:extLst>
      <p:ext uri="{BB962C8B-B14F-4D97-AF65-F5344CB8AC3E}">
        <p14:creationId xmlns:p14="http://schemas.microsoft.com/office/powerpoint/2010/main" val="3501908557"/>
      </p:ext>
    </p:extLst>
  </p:cSld>
  <p:clrMap bg1="lt1" tx1="dk1" bg2="lt2" tx2="dk2" accent1="accent1" accent2="accent2" accent3="accent3" accent4="accent4" accent5="accent5" accent6="accent6" hlink="hlink" folHlink="folHlink"/>
  <p:sldLayoutIdLst>
    <p:sldLayoutId id="2147483649" r:id="rId1"/>
    <p:sldLayoutId id="2147483663" r:id="rId2"/>
    <p:sldLayoutId id="2147483664" r:id="rId3"/>
    <p:sldLayoutId id="2147483650" r:id="rId4"/>
    <p:sldLayoutId id="2147483665" r:id="rId5"/>
    <p:sldLayoutId id="2147483666" r:id="rId6"/>
    <p:sldLayoutId id="2147483667" r:id="rId7"/>
    <p:sldLayoutId id="2147483660"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image" Target="../media/image18.png"/><Relationship Id="rId3" Type="http://schemas.openxmlformats.org/officeDocument/2006/relationships/image" Target="../media/image4.png"/><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image" Target="../media/image17.png"/><Relationship Id="rId2" Type="http://schemas.openxmlformats.org/officeDocument/2006/relationships/notesSlide" Target="../notesSlides/notesSlide2.xml"/><Relationship Id="rId16" Type="http://schemas.openxmlformats.org/officeDocument/2006/relationships/image" Target="../media/image16.png"/><Relationship Id="rId20" Type="http://schemas.openxmlformats.org/officeDocument/2006/relationships/image" Target="../media/image20.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2.png"/><Relationship Id="rId15" Type="http://schemas.openxmlformats.org/officeDocument/2006/relationships/image" Target="../media/image15.png"/><Relationship Id="rId10" Type="http://schemas.openxmlformats.org/officeDocument/2006/relationships/image" Target="../media/image10.png"/><Relationship Id="rId19" Type="http://schemas.openxmlformats.org/officeDocument/2006/relationships/image" Target="../media/image19.png"/><Relationship Id="rId4" Type="http://schemas.openxmlformats.org/officeDocument/2006/relationships/image" Target="../media/image5.png"/><Relationship Id="rId9" Type="http://schemas.openxmlformats.org/officeDocument/2006/relationships/image" Target="../media/image9.png"/><Relationship Id="rId14"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1.png"/><Relationship Id="rId3" Type="http://schemas.openxmlformats.org/officeDocument/2006/relationships/image" Target="../media/image22.png"/><Relationship Id="rId7" Type="http://schemas.openxmlformats.org/officeDocument/2006/relationships/image" Target="../media/image25.png"/><Relationship Id="rId12" Type="http://schemas.openxmlformats.org/officeDocument/2006/relationships/image" Target="../media/image30.png"/><Relationship Id="rId17" Type="http://schemas.openxmlformats.org/officeDocument/2006/relationships/image" Target="../media/image35.svg"/><Relationship Id="rId2" Type="http://schemas.openxmlformats.org/officeDocument/2006/relationships/notesSlide" Target="../notesSlides/notesSlide3.xml"/><Relationship Id="rId16" Type="http://schemas.openxmlformats.org/officeDocument/2006/relationships/image" Target="../media/image34.png"/><Relationship Id="rId1" Type="http://schemas.openxmlformats.org/officeDocument/2006/relationships/slideLayout" Target="../slideLayouts/slideLayout1.xml"/><Relationship Id="rId6" Type="http://schemas.openxmlformats.org/officeDocument/2006/relationships/image" Target="../media/image24.png"/><Relationship Id="rId11" Type="http://schemas.openxmlformats.org/officeDocument/2006/relationships/image" Target="../media/image29.png"/><Relationship Id="rId5" Type="http://schemas.openxmlformats.org/officeDocument/2006/relationships/image" Target="../media/image10.png"/><Relationship Id="rId15" Type="http://schemas.openxmlformats.org/officeDocument/2006/relationships/image" Target="../media/image33.png"/><Relationship Id="rId10" Type="http://schemas.openxmlformats.org/officeDocument/2006/relationships/image" Target="../media/image28.png"/><Relationship Id="rId4" Type="http://schemas.openxmlformats.org/officeDocument/2006/relationships/image" Target="../media/image23.png"/><Relationship Id="rId9" Type="http://schemas.openxmlformats.org/officeDocument/2006/relationships/image" Target="../media/image27.png"/><Relationship Id="rId14" Type="http://schemas.openxmlformats.org/officeDocument/2006/relationships/image" Target="../media/image32.png"/></Relationships>
</file>

<file path=ppt/slides/_rels/slide9.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46.png"/><Relationship Id="rId18" Type="http://schemas.openxmlformats.org/officeDocument/2006/relationships/image" Target="../media/image51.png"/><Relationship Id="rId3" Type="http://schemas.openxmlformats.org/officeDocument/2006/relationships/image" Target="../media/image36.png"/><Relationship Id="rId21" Type="http://schemas.openxmlformats.org/officeDocument/2006/relationships/image" Target="../media/image54.png"/><Relationship Id="rId7" Type="http://schemas.openxmlformats.org/officeDocument/2006/relationships/image" Target="../media/image40.png"/><Relationship Id="rId12" Type="http://schemas.openxmlformats.org/officeDocument/2006/relationships/image" Target="../media/image45.png"/><Relationship Id="rId17" Type="http://schemas.openxmlformats.org/officeDocument/2006/relationships/image" Target="../media/image50.png"/><Relationship Id="rId2" Type="http://schemas.openxmlformats.org/officeDocument/2006/relationships/notesSlide" Target="../notesSlides/notesSlide4.xml"/><Relationship Id="rId16" Type="http://schemas.openxmlformats.org/officeDocument/2006/relationships/image" Target="../media/image49.png"/><Relationship Id="rId20" Type="http://schemas.openxmlformats.org/officeDocument/2006/relationships/image" Target="../media/image53.png"/><Relationship Id="rId1" Type="http://schemas.openxmlformats.org/officeDocument/2006/relationships/slideLayout" Target="../slideLayouts/slideLayout1.xml"/><Relationship Id="rId6" Type="http://schemas.openxmlformats.org/officeDocument/2006/relationships/image" Target="../media/image39.png"/><Relationship Id="rId11" Type="http://schemas.openxmlformats.org/officeDocument/2006/relationships/image" Target="../media/image44.png"/><Relationship Id="rId5" Type="http://schemas.openxmlformats.org/officeDocument/2006/relationships/image" Target="../media/image38.png"/><Relationship Id="rId15" Type="http://schemas.openxmlformats.org/officeDocument/2006/relationships/image" Target="../media/image48.png"/><Relationship Id="rId23" Type="http://schemas.openxmlformats.org/officeDocument/2006/relationships/image" Target="../media/image56.png"/><Relationship Id="rId10" Type="http://schemas.openxmlformats.org/officeDocument/2006/relationships/image" Target="../media/image43.png"/><Relationship Id="rId19" Type="http://schemas.openxmlformats.org/officeDocument/2006/relationships/image" Target="../media/image52.png"/><Relationship Id="rId4" Type="http://schemas.openxmlformats.org/officeDocument/2006/relationships/image" Target="../media/image37.png"/><Relationship Id="rId9" Type="http://schemas.openxmlformats.org/officeDocument/2006/relationships/image" Target="../media/image42.png"/><Relationship Id="rId14" Type="http://schemas.openxmlformats.org/officeDocument/2006/relationships/image" Target="../media/image47.png"/><Relationship Id="rId22" Type="http://schemas.openxmlformats.org/officeDocument/2006/relationships/image" Target="../media/image55.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7.png"/><Relationship Id="rId1" Type="http://schemas.openxmlformats.org/officeDocument/2006/relationships/slideLayout" Target="../slideLayouts/slideLayout1.xml"/><Relationship Id="rId4" Type="http://schemas.openxmlformats.org/officeDocument/2006/relationships/image" Target="../media/image5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CDB426D5-1740-ED4C-5820-491E65856D16}"/>
              </a:ext>
            </a:extLst>
          </p:cNvPr>
          <p:cNvPicPr>
            <a:picLocks noChangeAspect="1"/>
          </p:cNvPicPr>
          <p:nvPr/>
        </p:nvPicPr>
        <p:blipFill>
          <a:blip r:embed="rId2"/>
          <a:srcRect/>
          <a:stretch/>
        </p:blipFill>
        <p:spPr>
          <a:xfrm>
            <a:off x="3045929" y="2837292"/>
            <a:ext cx="6100141" cy="1183414"/>
          </a:xfrm>
          <a:prstGeom prst="rect">
            <a:avLst/>
          </a:prstGeom>
        </p:spPr>
      </p:pic>
      <p:pic>
        <p:nvPicPr>
          <p:cNvPr id="3" name="Graphic 2">
            <a:extLst>
              <a:ext uri="{FF2B5EF4-FFF2-40B4-BE49-F238E27FC236}">
                <a16:creationId xmlns:a16="http://schemas.microsoft.com/office/drawing/2014/main" id="{C48EA8CD-019A-C24D-DCC3-B317BE19FE1D}"/>
              </a:ext>
            </a:extLst>
          </p:cNvPr>
          <p:cNvPicPr>
            <a:picLocks noChangeAspect="1"/>
          </p:cNvPicPr>
          <p:nvPr/>
        </p:nvPicPr>
        <p:blipFill>
          <a:blip r:embed="rId3"/>
          <a:srcRect/>
          <a:stretch/>
        </p:blipFill>
        <p:spPr>
          <a:xfrm>
            <a:off x="10889178" y="4696332"/>
            <a:ext cx="1327536" cy="2186382"/>
          </a:xfrm>
          <a:prstGeom prst="rect">
            <a:avLst/>
          </a:prstGeom>
        </p:spPr>
      </p:pic>
    </p:spTree>
    <p:extLst>
      <p:ext uri="{BB962C8B-B14F-4D97-AF65-F5344CB8AC3E}">
        <p14:creationId xmlns:p14="http://schemas.microsoft.com/office/powerpoint/2010/main" val="19271702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8889C1B-4EA8-A2DD-CDCE-CD26D343A7EB}"/>
              </a:ext>
            </a:extLst>
          </p:cNvPr>
          <p:cNvSpPr>
            <a:spLocks noGrp="1"/>
          </p:cNvSpPr>
          <p:nvPr>
            <p:ph type="sldNum" sz="quarter" idx="4"/>
          </p:nvPr>
        </p:nvSpPr>
        <p:spPr/>
        <p:txBody>
          <a:bodyPr/>
          <a:lstStyle/>
          <a:p>
            <a:r>
              <a:rPr lang="en-US"/>
              <a:t>Public | </a:t>
            </a:r>
            <a:fld id="{5700545B-079F-47D2-8F5A-321B676D00E3}" type="slidenum">
              <a:rPr lang="en-US" smtClean="0"/>
              <a:pPr/>
              <a:t>2</a:t>
            </a:fld>
            <a:endParaRPr lang="en-US" dirty="0"/>
          </a:p>
        </p:txBody>
      </p:sp>
      <p:sp>
        <p:nvSpPr>
          <p:cNvPr id="5" name="Title Placeholder 10">
            <a:extLst>
              <a:ext uri="{FF2B5EF4-FFF2-40B4-BE49-F238E27FC236}">
                <a16:creationId xmlns:a16="http://schemas.microsoft.com/office/drawing/2014/main" id="{12D4DBC8-5D37-795E-D124-E3E72F80C7F8}"/>
              </a:ext>
            </a:extLst>
          </p:cNvPr>
          <p:cNvSpPr>
            <a:spLocks noGrp="1"/>
          </p:cNvSpPr>
          <p:nvPr>
            <p:ph type="title"/>
          </p:nvPr>
        </p:nvSpPr>
        <p:spPr>
          <a:xfrm>
            <a:off x="838200" y="366185"/>
            <a:ext cx="10515600" cy="1325033"/>
          </a:xfrm>
          <a:prstGeom prst="rect">
            <a:avLst/>
          </a:prstGeom>
        </p:spPr>
        <p:txBody>
          <a:bodyPr vert="horz" lIns="121920" tIns="60960" rIns="121920" bIns="60960" rtlCol="0" anchor="ctr">
            <a:normAutofit/>
          </a:bodyPr>
          <a:lstStyle/>
          <a:p>
            <a:r>
              <a:rPr lang="de-DE" dirty="0">
                <a:latin typeface="Aptos (Body)"/>
              </a:rPr>
              <a:t>Antitrust Policy </a:t>
            </a:r>
            <a:r>
              <a:rPr lang="de-DE" dirty="0" err="1">
                <a:latin typeface="Aptos (Body)"/>
              </a:rPr>
              <a:t>Notice</a:t>
            </a:r>
            <a:endParaRPr lang="en-US" dirty="0">
              <a:latin typeface="Aptos (Body)"/>
            </a:endParaRPr>
          </a:p>
        </p:txBody>
      </p:sp>
      <p:sp>
        <p:nvSpPr>
          <p:cNvPr id="6" name="Text Placeholder 11">
            <a:extLst>
              <a:ext uri="{FF2B5EF4-FFF2-40B4-BE49-F238E27FC236}">
                <a16:creationId xmlns:a16="http://schemas.microsoft.com/office/drawing/2014/main" id="{F50BB901-D4AA-19A6-C756-1EA5F03397DA}"/>
              </a:ext>
            </a:extLst>
          </p:cNvPr>
          <p:cNvSpPr>
            <a:spLocks noGrp="1"/>
          </p:cNvSpPr>
          <p:nvPr>
            <p:ph idx="1"/>
          </p:nvPr>
        </p:nvSpPr>
        <p:spPr>
          <a:xfrm>
            <a:off x="838200" y="1826684"/>
            <a:ext cx="10515600" cy="4349749"/>
          </a:xfrm>
          <a:prstGeom prst="rect">
            <a:avLst/>
          </a:prstGeom>
        </p:spPr>
        <p:txBody>
          <a:bodyPr vert="horz" lIns="121920" tIns="60960" rIns="121920" bIns="60960" rtlCol="0">
            <a:normAutofit fontScale="85000" lnSpcReduction="20000"/>
          </a:bodyPr>
          <a:lstStyle/>
          <a:p>
            <a:pPr marL="237061" indent="-237061">
              <a:buClr>
                <a:srgbClr val="168FDF"/>
              </a:buClr>
              <a:buSzPts val="1700"/>
              <a:buFont typeface="Helvetica Neue"/>
              <a:buChar char="›"/>
            </a:pPr>
            <a:r>
              <a:rPr lang="en-US" dirty="0">
                <a:solidFill>
                  <a:srgbClr val="2F2F2F"/>
                </a:solidFill>
                <a:latin typeface="+mn-lt"/>
                <a:ea typeface="Gill Sans"/>
                <a:cs typeface="Gill Sans"/>
                <a:sym typeface="Gill Sans"/>
              </a:rPr>
              <a:t>Linux Foundation Europe meetings involve participation by industry competitors, and it is the intention of the Linux Foundation to conduct all of its activities in accordance with applicable antitrust and competition laws. It is therefore extremely important that attendees adhere to meeting agendas, and be aware of, and not participate in, any activities that are prohibited under applicable US state, federal or foreign antitrust and competition laws.</a:t>
            </a:r>
            <a:endParaRPr lang="en-US" dirty="0">
              <a:latin typeface="+mn-lt"/>
            </a:endParaRPr>
          </a:p>
          <a:p>
            <a:pPr marL="237061" indent="-101597">
              <a:spcBef>
                <a:spcPts val="1067"/>
              </a:spcBef>
              <a:buClr>
                <a:srgbClr val="168FDF"/>
              </a:buClr>
              <a:buSzPts val="1700"/>
              <a:buNone/>
            </a:pPr>
            <a:endParaRPr lang="en-US" dirty="0">
              <a:solidFill>
                <a:srgbClr val="2F2F2F"/>
              </a:solidFill>
              <a:latin typeface="+mn-lt"/>
              <a:ea typeface="Gill Sans"/>
              <a:cs typeface="Gill Sans"/>
              <a:sym typeface="Gill Sans"/>
            </a:endParaRPr>
          </a:p>
          <a:p>
            <a:pPr marL="237061" indent="-237061">
              <a:spcBef>
                <a:spcPts val="1067"/>
              </a:spcBef>
              <a:buClr>
                <a:srgbClr val="168FDF"/>
              </a:buClr>
              <a:buSzPts val="1700"/>
              <a:buFont typeface="Helvetica Neue"/>
              <a:buChar char="›"/>
            </a:pPr>
            <a:r>
              <a:rPr lang="en-US" dirty="0">
                <a:solidFill>
                  <a:srgbClr val="2F2F2F"/>
                </a:solidFill>
                <a:latin typeface="+mn-lt"/>
                <a:ea typeface="Gill Sans"/>
                <a:cs typeface="Gill Sans"/>
                <a:sym typeface="Gill Sans"/>
              </a:rPr>
              <a:t>Examples of types of actions that are prohibited at Linux Foundation Europe meetings and in connection with Linux Foundation activities are described in the Linux Foundation Antitrust Policy available at http://www.linuxfoundation.eu/antitrust-policy. If you have questions about these matters, please contact your company counsel, or if you are a member of the Linux Foundation, feel free to contact Andrew Updegrove of the firm of </a:t>
            </a:r>
            <a:r>
              <a:rPr lang="en-US" dirty="0" err="1">
                <a:solidFill>
                  <a:srgbClr val="2F2F2F"/>
                </a:solidFill>
                <a:latin typeface="+mn-lt"/>
                <a:ea typeface="Gill Sans"/>
                <a:cs typeface="Gill Sans"/>
                <a:sym typeface="Gill Sans"/>
              </a:rPr>
              <a:t>Gesmer</a:t>
            </a:r>
            <a:r>
              <a:rPr lang="en-US" dirty="0">
                <a:solidFill>
                  <a:srgbClr val="2F2F2F"/>
                </a:solidFill>
                <a:latin typeface="+mn-lt"/>
                <a:ea typeface="Gill Sans"/>
                <a:cs typeface="Gill Sans"/>
                <a:sym typeface="Gill Sans"/>
              </a:rPr>
              <a:t> Updegrove LLP, which provides legal counsel to the Linux Foundation.</a:t>
            </a:r>
          </a:p>
          <a:p>
            <a:endParaRPr lang="en-US" dirty="0">
              <a:latin typeface="+mn-lt"/>
            </a:endParaRPr>
          </a:p>
        </p:txBody>
      </p:sp>
      <p:sp>
        <p:nvSpPr>
          <p:cNvPr id="7" name="Rectangle 6">
            <a:extLst>
              <a:ext uri="{FF2B5EF4-FFF2-40B4-BE49-F238E27FC236}">
                <a16:creationId xmlns:a16="http://schemas.microsoft.com/office/drawing/2014/main" id="{CD71E6D3-D482-95A8-1B04-2E1D5340434D}"/>
              </a:ext>
            </a:extLst>
          </p:cNvPr>
          <p:cNvSpPr/>
          <p:nvPr/>
        </p:nvSpPr>
        <p:spPr>
          <a:xfrm>
            <a:off x="0" y="0"/>
            <a:ext cx="12192000" cy="6858000"/>
          </a:xfrm>
          <a:prstGeom prst="rect">
            <a:avLst/>
          </a:prstGeom>
          <a:solidFill>
            <a:schemeClr val="bg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8" name="Rectangle 7">
            <a:extLst>
              <a:ext uri="{FF2B5EF4-FFF2-40B4-BE49-F238E27FC236}">
                <a16:creationId xmlns:a16="http://schemas.microsoft.com/office/drawing/2014/main" id="{F9532C97-5453-6E75-CA85-FCDC186E70EB}"/>
              </a:ext>
            </a:extLst>
          </p:cNvPr>
          <p:cNvSpPr/>
          <p:nvPr/>
        </p:nvSpPr>
        <p:spPr>
          <a:xfrm>
            <a:off x="0" y="0"/>
            <a:ext cx="12192000" cy="6858000"/>
          </a:xfrm>
          <a:prstGeom prst="rect">
            <a:avLst/>
          </a:prstGeom>
          <a:solidFill>
            <a:schemeClr val="bg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9" name="Rectangle 8">
            <a:extLst>
              <a:ext uri="{FF2B5EF4-FFF2-40B4-BE49-F238E27FC236}">
                <a16:creationId xmlns:a16="http://schemas.microsoft.com/office/drawing/2014/main" id="{5AECC5E9-34F1-822B-964B-51F42A769F51}"/>
              </a:ext>
            </a:extLst>
          </p:cNvPr>
          <p:cNvSpPr/>
          <p:nvPr/>
        </p:nvSpPr>
        <p:spPr>
          <a:xfrm>
            <a:off x="0" y="0"/>
            <a:ext cx="12192000" cy="6858000"/>
          </a:xfrm>
          <a:prstGeom prst="rect">
            <a:avLst/>
          </a:prstGeom>
          <a:solidFill>
            <a:schemeClr val="bg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0" name="Rectangle 9">
            <a:extLst>
              <a:ext uri="{FF2B5EF4-FFF2-40B4-BE49-F238E27FC236}">
                <a16:creationId xmlns:a16="http://schemas.microsoft.com/office/drawing/2014/main" id="{3169D2CE-391C-507D-1B87-E12493535D39}"/>
              </a:ext>
            </a:extLst>
          </p:cNvPr>
          <p:cNvSpPr/>
          <p:nvPr/>
        </p:nvSpPr>
        <p:spPr>
          <a:xfrm>
            <a:off x="0" y="0"/>
            <a:ext cx="12192000" cy="6858000"/>
          </a:xfrm>
          <a:prstGeom prst="rect">
            <a:avLst/>
          </a:prstGeom>
          <a:solidFill>
            <a:schemeClr val="bg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1" name="Rectangle 10">
            <a:extLst>
              <a:ext uri="{FF2B5EF4-FFF2-40B4-BE49-F238E27FC236}">
                <a16:creationId xmlns:a16="http://schemas.microsoft.com/office/drawing/2014/main" id="{11E81071-516D-3E96-C672-B28C2A55EA54}"/>
              </a:ext>
            </a:extLst>
          </p:cNvPr>
          <p:cNvSpPr/>
          <p:nvPr/>
        </p:nvSpPr>
        <p:spPr>
          <a:xfrm>
            <a:off x="0" y="0"/>
            <a:ext cx="12192000" cy="6858000"/>
          </a:xfrm>
          <a:prstGeom prst="rect">
            <a:avLst/>
          </a:prstGeom>
          <a:solidFill>
            <a:schemeClr val="bg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2" name="Rectangle 11">
            <a:extLst>
              <a:ext uri="{FF2B5EF4-FFF2-40B4-BE49-F238E27FC236}">
                <a16:creationId xmlns:a16="http://schemas.microsoft.com/office/drawing/2014/main" id="{C45ED051-41B5-7AC1-708A-F3882ABE2582}"/>
              </a:ext>
            </a:extLst>
          </p:cNvPr>
          <p:cNvSpPr/>
          <p:nvPr/>
        </p:nvSpPr>
        <p:spPr>
          <a:xfrm>
            <a:off x="0" y="0"/>
            <a:ext cx="12192000" cy="6858000"/>
          </a:xfrm>
          <a:prstGeom prst="rect">
            <a:avLst/>
          </a:prstGeom>
          <a:solidFill>
            <a:schemeClr val="bg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Tree>
    <p:extLst>
      <p:ext uri="{BB962C8B-B14F-4D97-AF65-F5344CB8AC3E}">
        <p14:creationId xmlns:p14="http://schemas.microsoft.com/office/powerpoint/2010/main" val="8806015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C0899-0DE2-C673-2821-A9C12C61FC3F}"/>
            </a:ext>
          </a:extLst>
        </p:cNvPr>
        <p:cNvGrpSpPr/>
        <p:nvPr/>
      </p:nvGrpSpPr>
      <p:grpSpPr>
        <a:xfrm>
          <a:off x="0" y="0"/>
          <a:ext cx="0" cy="0"/>
          <a:chOff x="0" y="0"/>
          <a:chExt cx="0" cy="0"/>
        </a:xfrm>
      </p:grpSpPr>
      <p:pic>
        <p:nvPicPr>
          <p:cNvPr id="5" name="Graphic 4">
            <a:extLst>
              <a:ext uri="{FF2B5EF4-FFF2-40B4-BE49-F238E27FC236}">
                <a16:creationId xmlns:a16="http://schemas.microsoft.com/office/drawing/2014/main" id="{A1A8D0A7-78FC-964F-88D0-01CC4DE1F376}"/>
              </a:ext>
            </a:extLst>
          </p:cNvPr>
          <p:cNvPicPr>
            <a:picLocks noChangeAspect="1"/>
          </p:cNvPicPr>
          <p:nvPr/>
        </p:nvPicPr>
        <p:blipFill>
          <a:blip r:embed="rId2"/>
          <a:srcRect/>
          <a:stretch/>
        </p:blipFill>
        <p:spPr>
          <a:xfrm>
            <a:off x="3830702" y="790647"/>
            <a:ext cx="4530595" cy="878925"/>
          </a:xfrm>
          <a:prstGeom prst="rect">
            <a:avLst/>
          </a:prstGeom>
        </p:spPr>
      </p:pic>
      <p:sp>
        <p:nvSpPr>
          <p:cNvPr id="2" name="TextBox 1">
            <a:extLst>
              <a:ext uri="{FF2B5EF4-FFF2-40B4-BE49-F238E27FC236}">
                <a16:creationId xmlns:a16="http://schemas.microsoft.com/office/drawing/2014/main" id="{8CAA7D6F-1EE1-45E1-81AA-D0BA96EA5D0A}"/>
              </a:ext>
            </a:extLst>
          </p:cNvPr>
          <p:cNvSpPr txBox="1"/>
          <p:nvPr/>
        </p:nvSpPr>
        <p:spPr>
          <a:xfrm>
            <a:off x="2494954" y="2950008"/>
            <a:ext cx="7202091" cy="1938992"/>
          </a:xfrm>
          <a:prstGeom prst="rect">
            <a:avLst/>
          </a:prstGeom>
          <a:noFill/>
        </p:spPr>
        <p:txBody>
          <a:bodyPr wrap="square" rtlCol="0">
            <a:spAutoFit/>
          </a:bodyPr>
          <a:lstStyle/>
          <a:p>
            <a:pPr algn="ctr"/>
            <a:r>
              <a:rPr lang="en-US" sz="4000" b="1" dirty="0"/>
              <a:t>Community-driven </a:t>
            </a:r>
            <a:endParaRPr lang="en-US" sz="4000" dirty="0"/>
          </a:p>
          <a:p>
            <a:pPr algn="ctr"/>
            <a:r>
              <a:rPr lang="en-US" sz="4000" b="1" dirty="0"/>
              <a:t>open cloud-native stack</a:t>
            </a:r>
            <a:endParaRPr lang="en-US" sz="4000" dirty="0"/>
          </a:p>
          <a:p>
            <a:pPr algn="ctr"/>
            <a:r>
              <a:rPr lang="en-US" sz="4000" b="1" dirty="0"/>
              <a:t> for European sovereignty.</a:t>
            </a:r>
            <a:endParaRPr lang="en-US" sz="4000" dirty="0"/>
          </a:p>
        </p:txBody>
      </p:sp>
    </p:spTree>
    <p:extLst>
      <p:ext uri="{BB962C8B-B14F-4D97-AF65-F5344CB8AC3E}">
        <p14:creationId xmlns:p14="http://schemas.microsoft.com/office/powerpoint/2010/main" val="3866021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066DFED-358A-1128-2D93-9EDB37D2FB38}"/>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120A83C2-6F67-6FB4-A366-98A77B1EE28F}"/>
              </a:ext>
            </a:extLst>
          </p:cNvPr>
          <p:cNvSpPr/>
          <p:nvPr/>
        </p:nvSpPr>
        <p:spPr>
          <a:xfrm>
            <a:off x="2772531" y="4672137"/>
            <a:ext cx="6642057" cy="842962"/>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2A0C09A4-3B6B-EDEC-29DA-103B78D4BED3}"/>
              </a:ext>
            </a:extLst>
          </p:cNvPr>
          <p:cNvSpPr/>
          <p:nvPr/>
        </p:nvSpPr>
        <p:spPr>
          <a:xfrm>
            <a:off x="4415697" y="3306114"/>
            <a:ext cx="3435247" cy="123387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E14CD04-8145-3E17-790D-6975A10D2E2C}"/>
              </a:ext>
            </a:extLst>
          </p:cNvPr>
          <p:cNvSpPr/>
          <p:nvPr/>
        </p:nvSpPr>
        <p:spPr>
          <a:xfrm>
            <a:off x="2552317" y="2548152"/>
            <a:ext cx="7026405" cy="654992"/>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6908AE3-D639-E690-4D9D-AEF56C8EC749}"/>
              </a:ext>
            </a:extLst>
          </p:cNvPr>
          <p:cNvSpPr/>
          <p:nvPr/>
        </p:nvSpPr>
        <p:spPr>
          <a:xfrm>
            <a:off x="524655" y="1428454"/>
            <a:ext cx="11437496" cy="842962"/>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82F93F3-5D54-3A8C-4946-FBF944F1D691}"/>
              </a:ext>
            </a:extLst>
          </p:cNvPr>
          <p:cNvSpPr/>
          <p:nvPr/>
        </p:nvSpPr>
        <p:spPr>
          <a:xfrm>
            <a:off x="524655" y="514054"/>
            <a:ext cx="11437495" cy="842962"/>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a:extLst>
              <a:ext uri="{FF2B5EF4-FFF2-40B4-BE49-F238E27FC236}">
                <a16:creationId xmlns:a16="http://schemas.microsoft.com/office/drawing/2014/main" id="{C7DEB26B-D682-B8B0-EFAE-280E0CE3C827}"/>
              </a:ext>
            </a:extLst>
          </p:cNvPr>
          <p:cNvPicPr>
            <a:picLocks noChangeAspect="1"/>
          </p:cNvPicPr>
          <p:nvPr/>
        </p:nvPicPr>
        <p:blipFill>
          <a:blip r:embed="rId3"/>
          <a:srcRect/>
          <a:stretch/>
        </p:blipFill>
        <p:spPr>
          <a:xfrm>
            <a:off x="3037290" y="4880991"/>
            <a:ext cx="2290304" cy="476715"/>
          </a:xfrm>
          <a:prstGeom prst="rect">
            <a:avLst/>
          </a:prstGeom>
        </p:spPr>
      </p:pic>
      <p:pic>
        <p:nvPicPr>
          <p:cNvPr id="19" name="Graphic 18">
            <a:extLst>
              <a:ext uri="{FF2B5EF4-FFF2-40B4-BE49-F238E27FC236}">
                <a16:creationId xmlns:a16="http://schemas.microsoft.com/office/drawing/2014/main" id="{ED5EA8E8-45AA-168B-CF66-97D5EFC448E3}"/>
              </a:ext>
            </a:extLst>
          </p:cNvPr>
          <p:cNvPicPr>
            <a:picLocks noChangeAspect="1"/>
          </p:cNvPicPr>
          <p:nvPr/>
        </p:nvPicPr>
        <p:blipFill>
          <a:blip r:embed="rId4"/>
          <a:srcRect/>
          <a:stretch/>
        </p:blipFill>
        <p:spPr>
          <a:xfrm>
            <a:off x="5232251" y="2708962"/>
            <a:ext cx="1727498" cy="337870"/>
          </a:xfrm>
          <a:prstGeom prst="rect">
            <a:avLst/>
          </a:prstGeom>
        </p:spPr>
      </p:pic>
      <p:sp>
        <p:nvSpPr>
          <p:cNvPr id="24" name="TextBox 23">
            <a:extLst>
              <a:ext uri="{FF2B5EF4-FFF2-40B4-BE49-F238E27FC236}">
                <a16:creationId xmlns:a16="http://schemas.microsoft.com/office/drawing/2014/main" id="{FFB67BAB-812E-D921-D672-8B51859CD7DB}"/>
              </a:ext>
            </a:extLst>
          </p:cNvPr>
          <p:cNvSpPr txBox="1"/>
          <p:nvPr/>
        </p:nvSpPr>
        <p:spPr>
          <a:xfrm>
            <a:off x="2447308" y="621636"/>
            <a:ext cx="2657475" cy="630942"/>
          </a:xfrm>
          <a:prstGeom prst="rect">
            <a:avLst/>
          </a:prstGeom>
          <a:noFill/>
        </p:spPr>
        <p:txBody>
          <a:bodyPr wrap="square">
            <a:spAutoFit/>
          </a:bodyPr>
          <a:lstStyle/>
          <a:p>
            <a:pPr>
              <a:buNone/>
            </a:pPr>
            <a:r>
              <a:rPr lang="en-US" sz="3500" b="1" dirty="0">
                <a:effectLst/>
                <a:latin typeface="Aptos" panose="020B0004020202020204" pitchFamily="34" charset="0"/>
              </a:rPr>
              <a:t>IPCEI-CIS</a:t>
            </a:r>
            <a:endParaRPr lang="en-US" sz="3500" dirty="0">
              <a:effectLst/>
              <a:latin typeface="Aptos" panose="020B0004020202020204" pitchFamily="34" charset="0"/>
            </a:endParaRPr>
          </a:p>
        </p:txBody>
      </p:sp>
      <p:sp>
        <p:nvSpPr>
          <p:cNvPr id="25" name="TextBox 24">
            <a:extLst>
              <a:ext uri="{FF2B5EF4-FFF2-40B4-BE49-F238E27FC236}">
                <a16:creationId xmlns:a16="http://schemas.microsoft.com/office/drawing/2014/main" id="{345669BA-F8F4-6ABF-8D1C-C0CF0B7D3060}"/>
              </a:ext>
            </a:extLst>
          </p:cNvPr>
          <p:cNvSpPr txBox="1"/>
          <p:nvPr/>
        </p:nvSpPr>
        <p:spPr>
          <a:xfrm>
            <a:off x="4714938" y="577350"/>
            <a:ext cx="3770643" cy="707886"/>
          </a:xfrm>
          <a:prstGeom prst="rect">
            <a:avLst/>
          </a:prstGeom>
          <a:noFill/>
        </p:spPr>
        <p:txBody>
          <a:bodyPr wrap="square">
            <a:spAutoFit/>
          </a:bodyPr>
          <a:lstStyle/>
          <a:p>
            <a:pPr>
              <a:buNone/>
            </a:pPr>
            <a:r>
              <a:rPr lang="en-US" sz="2000" dirty="0">
                <a:effectLst/>
                <a:latin typeface="Aptos" panose="020B0004020202020204" pitchFamily="34" charset="0"/>
              </a:rPr>
              <a:t>Important Project </a:t>
            </a:r>
          </a:p>
          <a:p>
            <a:pPr>
              <a:buNone/>
            </a:pPr>
            <a:r>
              <a:rPr lang="en-US" sz="2000" dirty="0">
                <a:effectLst/>
                <a:latin typeface="Aptos" panose="020B0004020202020204" pitchFamily="34" charset="0"/>
              </a:rPr>
              <a:t>of Common European Interest</a:t>
            </a:r>
          </a:p>
        </p:txBody>
      </p:sp>
      <p:sp>
        <p:nvSpPr>
          <p:cNvPr id="30" name="TextBox 29">
            <a:extLst>
              <a:ext uri="{FF2B5EF4-FFF2-40B4-BE49-F238E27FC236}">
                <a16:creationId xmlns:a16="http://schemas.microsoft.com/office/drawing/2014/main" id="{EC744F61-2B31-AB19-30F1-685397B90425}"/>
              </a:ext>
            </a:extLst>
          </p:cNvPr>
          <p:cNvSpPr txBox="1"/>
          <p:nvPr/>
        </p:nvSpPr>
        <p:spPr>
          <a:xfrm>
            <a:off x="5327024" y="4845293"/>
            <a:ext cx="4087565" cy="729771"/>
          </a:xfrm>
          <a:prstGeom prst="rect">
            <a:avLst/>
          </a:prstGeom>
          <a:noFill/>
        </p:spPr>
        <p:txBody>
          <a:bodyPr wrap="square">
            <a:normAutofit/>
          </a:bodyPr>
          <a:lstStyle/>
          <a:p>
            <a:pPr>
              <a:buNone/>
            </a:pPr>
            <a:r>
              <a:rPr lang="en-US" sz="3000" dirty="0">
                <a:effectLst/>
                <a:latin typeface="Aptos" panose="020B0004020202020204" pitchFamily="34" charset="0"/>
              </a:rPr>
              <a:t>Reference Architecture</a:t>
            </a:r>
          </a:p>
        </p:txBody>
      </p:sp>
      <p:pic>
        <p:nvPicPr>
          <p:cNvPr id="32" name="Graphic 31">
            <a:extLst>
              <a:ext uri="{FF2B5EF4-FFF2-40B4-BE49-F238E27FC236}">
                <a16:creationId xmlns:a16="http://schemas.microsoft.com/office/drawing/2014/main" id="{7C503363-1BB5-6E91-C7FB-47DB6351DAAC}"/>
              </a:ext>
            </a:extLst>
          </p:cNvPr>
          <p:cNvPicPr>
            <a:picLocks noChangeAspect="1"/>
          </p:cNvPicPr>
          <p:nvPr/>
        </p:nvPicPr>
        <p:blipFill>
          <a:blip r:embed="rId5"/>
          <a:srcRect/>
          <a:stretch/>
        </p:blipFill>
        <p:spPr>
          <a:xfrm>
            <a:off x="4574065" y="3657550"/>
            <a:ext cx="3043869" cy="590504"/>
          </a:xfrm>
          <a:prstGeom prst="rect">
            <a:avLst/>
          </a:prstGeom>
        </p:spPr>
      </p:pic>
      <p:sp>
        <p:nvSpPr>
          <p:cNvPr id="57" name="Triangle 56">
            <a:extLst>
              <a:ext uri="{FF2B5EF4-FFF2-40B4-BE49-F238E27FC236}">
                <a16:creationId xmlns:a16="http://schemas.microsoft.com/office/drawing/2014/main" id="{651EF970-EB00-4593-3D48-B2F21CECD53D}"/>
              </a:ext>
            </a:extLst>
          </p:cNvPr>
          <p:cNvSpPr/>
          <p:nvPr/>
        </p:nvSpPr>
        <p:spPr>
          <a:xfrm>
            <a:off x="5339456" y="5377168"/>
            <a:ext cx="1509356" cy="249698"/>
          </a:xfrm>
          <a:prstGeom prst="triangl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riangle 57">
            <a:extLst>
              <a:ext uri="{FF2B5EF4-FFF2-40B4-BE49-F238E27FC236}">
                <a16:creationId xmlns:a16="http://schemas.microsoft.com/office/drawing/2014/main" id="{731F1941-1A16-97A8-E58E-F384BBF693ED}"/>
              </a:ext>
            </a:extLst>
          </p:cNvPr>
          <p:cNvSpPr/>
          <p:nvPr/>
        </p:nvSpPr>
        <p:spPr>
          <a:xfrm>
            <a:off x="5333713" y="4492625"/>
            <a:ext cx="1509356" cy="249698"/>
          </a:xfrm>
          <a:prstGeom prst="triangle">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 name="Picture 60" descr="A blue flag with yellow stars and a black eagle&#10;&#10;AI-generated content may be incorrect.">
            <a:extLst>
              <a:ext uri="{FF2B5EF4-FFF2-40B4-BE49-F238E27FC236}">
                <a16:creationId xmlns:a16="http://schemas.microsoft.com/office/drawing/2014/main" id="{F49B874B-3875-4AEA-82EC-192629541DCD}"/>
              </a:ext>
            </a:extLst>
          </p:cNvPr>
          <p:cNvPicPr>
            <a:picLocks noChangeAspect="1"/>
          </p:cNvPicPr>
          <p:nvPr/>
        </p:nvPicPr>
        <p:blipFill>
          <a:blip r:embed="rId6"/>
          <a:stretch>
            <a:fillRect/>
          </a:stretch>
        </p:blipFill>
        <p:spPr>
          <a:xfrm>
            <a:off x="8457184" y="653215"/>
            <a:ext cx="987378" cy="556156"/>
          </a:xfrm>
          <a:prstGeom prst="rect">
            <a:avLst/>
          </a:prstGeom>
        </p:spPr>
      </p:pic>
      <p:sp>
        <p:nvSpPr>
          <p:cNvPr id="62" name="TextBox 61">
            <a:extLst>
              <a:ext uri="{FF2B5EF4-FFF2-40B4-BE49-F238E27FC236}">
                <a16:creationId xmlns:a16="http://schemas.microsoft.com/office/drawing/2014/main" id="{340905C1-8834-86D8-0BCD-F0E868C9D906}"/>
              </a:ext>
            </a:extLst>
          </p:cNvPr>
          <p:cNvSpPr txBox="1"/>
          <p:nvPr/>
        </p:nvSpPr>
        <p:spPr>
          <a:xfrm>
            <a:off x="4949611" y="1502032"/>
            <a:ext cx="5444582" cy="707886"/>
          </a:xfrm>
          <a:prstGeom prst="rect">
            <a:avLst/>
          </a:prstGeom>
          <a:noFill/>
        </p:spPr>
        <p:txBody>
          <a:bodyPr wrap="square">
            <a:spAutoFit/>
          </a:bodyPr>
          <a:lstStyle/>
          <a:p>
            <a:r>
              <a:rPr lang="en-US" sz="2000" dirty="0"/>
              <a:t>Initiative for Europe’s Next Generation </a:t>
            </a:r>
          </a:p>
          <a:p>
            <a:r>
              <a:rPr lang="en-US" sz="2000" dirty="0"/>
              <a:t>Cloud Infrastructure and Services</a:t>
            </a:r>
          </a:p>
        </p:txBody>
      </p:sp>
      <p:sp>
        <p:nvSpPr>
          <p:cNvPr id="63" name="Triangle 62">
            <a:extLst>
              <a:ext uri="{FF2B5EF4-FFF2-40B4-BE49-F238E27FC236}">
                <a16:creationId xmlns:a16="http://schemas.microsoft.com/office/drawing/2014/main" id="{507C2975-8C3C-0FB7-F556-B531AF03E7F7}"/>
              </a:ext>
            </a:extLst>
          </p:cNvPr>
          <p:cNvSpPr/>
          <p:nvPr/>
        </p:nvSpPr>
        <p:spPr>
          <a:xfrm rot="10800000">
            <a:off x="5341322" y="1283652"/>
            <a:ext cx="1509356" cy="249698"/>
          </a:xfrm>
          <a:prstGeom prst="triangl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Trapezoid 66">
            <a:extLst>
              <a:ext uri="{FF2B5EF4-FFF2-40B4-BE49-F238E27FC236}">
                <a16:creationId xmlns:a16="http://schemas.microsoft.com/office/drawing/2014/main" id="{C2ABA8E1-1A9F-84DE-8B87-9D72538F9FB3}"/>
              </a:ext>
            </a:extLst>
          </p:cNvPr>
          <p:cNvSpPr/>
          <p:nvPr/>
        </p:nvSpPr>
        <p:spPr>
          <a:xfrm rot="10800000">
            <a:off x="4052995" y="3136570"/>
            <a:ext cx="4181112" cy="183847"/>
          </a:xfrm>
          <a:prstGeom prst="trapezoid">
            <a:avLst>
              <a:gd name="adj" fmla="val 206265"/>
            </a:avLst>
          </a:prstGeom>
          <a:gradFill flip="none" rotWithShape="1">
            <a:gsLst>
              <a:gs pos="10000">
                <a:srgbClr val="DDEBF8"/>
              </a:gs>
              <a:gs pos="100000">
                <a:srgbClr val="F2F2F2"/>
              </a:gs>
            </a:gsLst>
            <a:lin ang="16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8" name="Picture 67">
            <a:extLst>
              <a:ext uri="{FF2B5EF4-FFF2-40B4-BE49-F238E27FC236}">
                <a16:creationId xmlns:a16="http://schemas.microsoft.com/office/drawing/2014/main" id="{BC276B30-3FA8-A118-844B-110FA08693E8}"/>
              </a:ext>
            </a:extLst>
          </p:cNvPr>
          <p:cNvPicPr>
            <a:picLocks noChangeAspect="1"/>
          </p:cNvPicPr>
          <p:nvPr/>
        </p:nvPicPr>
        <p:blipFill>
          <a:blip r:embed="rId7">
            <a:clrChange>
              <a:clrFrom>
                <a:srgbClr val="FFFFFF"/>
              </a:clrFrom>
              <a:clrTo>
                <a:srgbClr val="FFFFFF">
                  <a:alpha val="0"/>
                </a:srgbClr>
              </a:clrTo>
            </a:clrChange>
          </a:blip>
          <a:srcRect/>
          <a:stretch/>
        </p:blipFill>
        <p:spPr>
          <a:xfrm>
            <a:off x="2577417" y="1369851"/>
            <a:ext cx="2356285" cy="970004"/>
          </a:xfrm>
          <a:prstGeom prst="rect">
            <a:avLst/>
          </a:prstGeom>
        </p:spPr>
      </p:pic>
      <p:sp>
        <p:nvSpPr>
          <p:cNvPr id="4" name="TextBox 3">
            <a:extLst>
              <a:ext uri="{FF2B5EF4-FFF2-40B4-BE49-F238E27FC236}">
                <a16:creationId xmlns:a16="http://schemas.microsoft.com/office/drawing/2014/main" id="{DE1D78F9-5E25-016C-07CC-70352BDE2067}"/>
              </a:ext>
            </a:extLst>
          </p:cNvPr>
          <p:cNvSpPr txBox="1"/>
          <p:nvPr/>
        </p:nvSpPr>
        <p:spPr>
          <a:xfrm rot="16200000">
            <a:off x="-1076606" y="3480380"/>
            <a:ext cx="2740898" cy="430887"/>
          </a:xfrm>
          <a:prstGeom prst="rect">
            <a:avLst/>
          </a:prstGeom>
          <a:noFill/>
        </p:spPr>
        <p:txBody>
          <a:bodyPr wrap="square">
            <a:spAutoFit/>
          </a:bodyPr>
          <a:lstStyle/>
          <a:p>
            <a:pPr algn="r">
              <a:buNone/>
            </a:pPr>
            <a:r>
              <a:rPr lang="en-US" sz="2200" b="1" dirty="0">
                <a:gradFill>
                  <a:gsLst>
                    <a:gs pos="0">
                      <a:srgbClr val="0D5DDF"/>
                    </a:gs>
                    <a:gs pos="100000">
                      <a:schemeClr val="tx1">
                        <a:lumMod val="95000"/>
                        <a:lumOff val="5000"/>
                      </a:schemeClr>
                    </a:gs>
                  </a:gsLst>
                  <a:lin ang="5400000" scaled="1"/>
                </a:gradFill>
                <a:effectLst/>
                <a:latin typeface="Aptos" panose="020B0004020202020204" pitchFamily="34" charset="0"/>
              </a:rPr>
              <a:t>OSS </a:t>
            </a:r>
            <a:r>
              <a:rPr lang="en-US" sz="2200" b="1" dirty="0">
                <a:gradFill>
                  <a:gsLst>
                    <a:gs pos="0">
                      <a:srgbClr val="0D5DDF"/>
                    </a:gs>
                    <a:gs pos="100000">
                      <a:schemeClr val="tx1">
                        <a:lumMod val="95000"/>
                        <a:lumOff val="5000"/>
                      </a:schemeClr>
                    </a:gs>
                  </a:gsLst>
                  <a:lin ang="3600000" scaled="0"/>
                </a:gradFill>
                <a:effectLst/>
                <a:latin typeface="Aptos" panose="020B0004020202020204" pitchFamily="34" charset="0"/>
              </a:rPr>
              <a:t>Foundation</a:t>
            </a:r>
            <a:endParaRPr lang="en-US" sz="2200" dirty="0">
              <a:gradFill>
                <a:gsLst>
                  <a:gs pos="0">
                    <a:srgbClr val="0D5DDF"/>
                  </a:gs>
                  <a:gs pos="100000">
                    <a:schemeClr val="tx1">
                      <a:lumMod val="95000"/>
                      <a:lumOff val="5000"/>
                    </a:schemeClr>
                  </a:gs>
                </a:gsLst>
                <a:lin ang="3600000" scaled="0"/>
              </a:gradFill>
              <a:effectLst/>
              <a:latin typeface="Aptos" panose="020B0004020202020204" pitchFamily="34" charset="0"/>
            </a:endParaRPr>
          </a:p>
        </p:txBody>
      </p:sp>
      <p:sp>
        <p:nvSpPr>
          <p:cNvPr id="27" name="TextBox 26">
            <a:extLst>
              <a:ext uri="{FF2B5EF4-FFF2-40B4-BE49-F238E27FC236}">
                <a16:creationId xmlns:a16="http://schemas.microsoft.com/office/drawing/2014/main" id="{C22AB0AC-74BB-7245-C2B6-2D47B85705D4}"/>
              </a:ext>
            </a:extLst>
          </p:cNvPr>
          <p:cNvSpPr txBox="1"/>
          <p:nvPr/>
        </p:nvSpPr>
        <p:spPr>
          <a:xfrm rot="16200000">
            <a:off x="-619063" y="1214645"/>
            <a:ext cx="1832069" cy="430887"/>
          </a:xfrm>
          <a:prstGeom prst="rect">
            <a:avLst/>
          </a:prstGeom>
          <a:noFill/>
        </p:spPr>
        <p:txBody>
          <a:bodyPr wrap="square">
            <a:spAutoFit/>
          </a:bodyPr>
          <a:lstStyle/>
          <a:p>
            <a:pPr algn="r">
              <a:buNone/>
            </a:pPr>
            <a:r>
              <a:rPr lang="en-US" sz="2200" b="1" dirty="0">
                <a:gradFill>
                  <a:gsLst>
                    <a:gs pos="0">
                      <a:srgbClr val="0D5DDF"/>
                    </a:gs>
                    <a:gs pos="73000">
                      <a:schemeClr val="tx1">
                        <a:lumMod val="95000"/>
                        <a:lumOff val="5000"/>
                      </a:schemeClr>
                    </a:gs>
                  </a:gsLst>
                  <a:lin ang="1800000" scaled="0"/>
                </a:gradFill>
                <a:effectLst/>
                <a:latin typeface="Aptos" panose="020B0004020202020204" pitchFamily="34" charset="0"/>
              </a:rPr>
              <a:t>Institutional</a:t>
            </a:r>
            <a:endParaRPr lang="en-US" sz="2200" dirty="0">
              <a:gradFill>
                <a:gsLst>
                  <a:gs pos="0">
                    <a:srgbClr val="0D5DDF"/>
                  </a:gs>
                  <a:gs pos="73000">
                    <a:schemeClr val="tx1">
                      <a:lumMod val="95000"/>
                      <a:lumOff val="5000"/>
                    </a:schemeClr>
                  </a:gs>
                </a:gsLst>
                <a:lin ang="1800000" scaled="0"/>
              </a:gradFill>
              <a:effectLst/>
              <a:latin typeface="Aptos" panose="020B0004020202020204" pitchFamily="34" charset="0"/>
            </a:endParaRPr>
          </a:p>
        </p:txBody>
      </p:sp>
      <p:sp>
        <p:nvSpPr>
          <p:cNvPr id="26" name="Rectangle 25">
            <a:extLst>
              <a:ext uri="{FF2B5EF4-FFF2-40B4-BE49-F238E27FC236}">
                <a16:creationId xmlns:a16="http://schemas.microsoft.com/office/drawing/2014/main" id="{4CEE16E8-1134-4DCF-73CB-049770CEB3E0}"/>
              </a:ext>
            </a:extLst>
          </p:cNvPr>
          <p:cNvSpPr/>
          <p:nvPr/>
        </p:nvSpPr>
        <p:spPr>
          <a:xfrm>
            <a:off x="1570625" y="5602496"/>
            <a:ext cx="8823568" cy="842962"/>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Graphic 27">
            <a:extLst>
              <a:ext uri="{FF2B5EF4-FFF2-40B4-BE49-F238E27FC236}">
                <a16:creationId xmlns:a16="http://schemas.microsoft.com/office/drawing/2014/main" id="{ED0F42AE-3DB0-C8FE-61A8-88799E65B13E}"/>
              </a:ext>
            </a:extLst>
          </p:cNvPr>
          <p:cNvPicPr>
            <a:picLocks noChangeAspect="1"/>
          </p:cNvPicPr>
          <p:nvPr/>
        </p:nvPicPr>
        <p:blipFill>
          <a:blip r:embed="rId8"/>
          <a:srcRect/>
          <a:stretch/>
        </p:blipFill>
        <p:spPr>
          <a:xfrm>
            <a:off x="3736045" y="5767613"/>
            <a:ext cx="550363" cy="550914"/>
          </a:xfrm>
          <a:prstGeom prst="rect">
            <a:avLst/>
          </a:prstGeom>
        </p:spPr>
      </p:pic>
      <p:pic>
        <p:nvPicPr>
          <p:cNvPr id="31" name="Graphic 30">
            <a:extLst>
              <a:ext uri="{FF2B5EF4-FFF2-40B4-BE49-F238E27FC236}">
                <a16:creationId xmlns:a16="http://schemas.microsoft.com/office/drawing/2014/main" id="{8854CFF2-D541-3C17-12C7-FB0535E777AC}"/>
              </a:ext>
            </a:extLst>
          </p:cNvPr>
          <p:cNvPicPr>
            <a:picLocks noChangeAspect="1"/>
          </p:cNvPicPr>
          <p:nvPr/>
        </p:nvPicPr>
        <p:blipFill>
          <a:blip r:embed="rId9"/>
          <a:srcRect/>
          <a:stretch/>
        </p:blipFill>
        <p:spPr>
          <a:xfrm>
            <a:off x="3107456" y="5768996"/>
            <a:ext cx="584214" cy="543113"/>
          </a:xfrm>
          <a:prstGeom prst="rect">
            <a:avLst/>
          </a:prstGeom>
        </p:spPr>
      </p:pic>
      <p:pic>
        <p:nvPicPr>
          <p:cNvPr id="33" name="Graphic 32">
            <a:extLst>
              <a:ext uri="{FF2B5EF4-FFF2-40B4-BE49-F238E27FC236}">
                <a16:creationId xmlns:a16="http://schemas.microsoft.com/office/drawing/2014/main" id="{CAD0B1C1-5A82-4E4F-9F99-62ED1D8A3EF4}"/>
              </a:ext>
            </a:extLst>
          </p:cNvPr>
          <p:cNvPicPr>
            <a:picLocks noChangeAspect="1"/>
          </p:cNvPicPr>
          <p:nvPr/>
        </p:nvPicPr>
        <p:blipFill>
          <a:blip r:embed="rId10"/>
          <a:srcRect/>
          <a:stretch/>
        </p:blipFill>
        <p:spPr>
          <a:xfrm>
            <a:off x="1740843" y="5760421"/>
            <a:ext cx="547649" cy="552057"/>
          </a:xfrm>
          <a:prstGeom prst="rect">
            <a:avLst/>
          </a:prstGeom>
        </p:spPr>
      </p:pic>
      <p:pic>
        <p:nvPicPr>
          <p:cNvPr id="34" name="Graphic 33">
            <a:extLst>
              <a:ext uri="{FF2B5EF4-FFF2-40B4-BE49-F238E27FC236}">
                <a16:creationId xmlns:a16="http://schemas.microsoft.com/office/drawing/2014/main" id="{63A8AD87-6B2A-BD42-C507-FF76494F185B}"/>
              </a:ext>
            </a:extLst>
          </p:cNvPr>
          <p:cNvPicPr>
            <a:picLocks noChangeAspect="1"/>
          </p:cNvPicPr>
          <p:nvPr/>
        </p:nvPicPr>
        <p:blipFill>
          <a:blip r:embed="rId11"/>
          <a:srcRect/>
          <a:stretch/>
        </p:blipFill>
        <p:spPr>
          <a:xfrm>
            <a:off x="7157235" y="5752921"/>
            <a:ext cx="590718" cy="530173"/>
          </a:xfrm>
          <a:prstGeom prst="rect">
            <a:avLst/>
          </a:prstGeom>
        </p:spPr>
      </p:pic>
      <p:pic>
        <p:nvPicPr>
          <p:cNvPr id="35" name="Graphic 34">
            <a:extLst>
              <a:ext uri="{FF2B5EF4-FFF2-40B4-BE49-F238E27FC236}">
                <a16:creationId xmlns:a16="http://schemas.microsoft.com/office/drawing/2014/main" id="{07E2C6EB-76A7-F77A-A574-4098EAD67719}"/>
              </a:ext>
            </a:extLst>
          </p:cNvPr>
          <p:cNvPicPr>
            <a:picLocks noChangeAspect="1"/>
          </p:cNvPicPr>
          <p:nvPr/>
        </p:nvPicPr>
        <p:blipFill>
          <a:blip r:embed="rId12"/>
          <a:srcRect/>
          <a:stretch/>
        </p:blipFill>
        <p:spPr>
          <a:xfrm>
            <a:off x="6438152" y="5749911"/>
            <a:ext cx="541110" cy="541770"/>
          </a:xfrm>
          <a:prstGeom prst="rect">
            <a:avLst/>
          </a:prstGeom>
        </p:spPr>
      </p:pic>
      <p:pic>
        <p:nvPicPr>
          <p:cNvPr id="36" name="Graphic 35">
            <a:extLst>
              <a:ext uri="{FF2B5EF4-FFF2-40B4-BE49-F238E27FC236}">
                <a16:creationId xmlns:a16="http://schemas.microsoft.com/office/drawing/2014/main" id="{C6FE0436-6964-C80D-B1B3-DB074A399D7E}"/>
              </a:ext>
            </a:extLst>
          </p:cNvPr>
          <p:cNvPicPr>
            <a:picLocks noChangeAspect="1"/>
          </p:cNvPicPr>
          <p:nvPr/>
        </p:nvPicPr>
        <p:blipFill>
          <a:blip r:embed="rId13"/>
          <a:srcRect/>
          <a:stretch/>
        </p:blipFill>
        <p:spPr>
          <a:xfrm>
            <a:off x="4432751" y="5748907"/>
            <a:ext cx="516860" cy="542773"/>
          </a:xfrm>
          <a:prstGeom prst="rect">
            <a:avLst/>
          </a:prstGeom>
        </p:spPr>
      </p:pic>
      <p:pic>
        <p:nvPicPr>
          <p:cNvPr id="37" name="Graphic 36">
            <a:extLst>
              <a:ext uri="{FF2B5EF4-FFF2-40B4-BE49-F238E27FC236}">
                <a16:creationId xmlns:a16="http://schemas.microsoft.com/office/drawing/2014/main" id="{0171B695-60B6-4D7B-EE6E-5451AA2A3A55}"/>
              </a:ext>
            </a:extLst>
          </p:cNvPr>
          <p:cNvPicPr>
            <a:picLocks noChangeAspect="1"/>
          </p:cNvPicPr>
          <p:nvPr/>
        </p:nvPicPr>
        <p:blipFill>
          <a:blip r:embed="rId14"/>
          <a:srcRect/>
          <a:stretch/>
        </p:blipFill>
        <p:spPr>
          <a:xfrm>
            <a:off x="9185546" y="5756137"/>
            <a:ext cx="518032" cy="562390"/>
          </a:xfrm>
          <a:prstGeom prst="rect">
            <a:avLst/>
          </a:prstGeom>
        </p:spPr>
      </p:pic>
      <p:pic>
        <p:nvPicPr>
          <p:cNvPr id="38" name="Graphic 37">
            <a:extLst>
              <a:ext uri="{FF2B5EF4-FFF2-40B4-BE49-F238E27FC236}">
                <a16:creationId xmlns:a16="http://schemas.microsoft.com/office/drawing/2014/main" id="{DCEFC097-B2C2-1D34-0708-65440CC61155}"/>
              </a:ext>
            </a:extLst>
          </p:cNvPr>
          <p:cNvPicPr>
            <a:picLocks noChangeAspect="1"/>
          </p:cNvPicPr>
          <p:nvPr/>
        </p:nvPicPr>
        <p:blipFill>
          <a:blip r:embed="rId15"/>
          <a:srcRect/>
          <a:stretch/>
        </p:blipFill>
        <p:spPr>
          <a:xfrm>
            <a:off x="5060261" y="5768608"/>
            <a:ext cx="595908" cy="553773"/>
          </a:xfrm>
          <a:prstGeom prst="rect">
            <a:avLst/>
          </a:prstGeom>
        </p:spPr>
      </p:pic>
      <p:pic>
        <p:nvPicPr>
          <p:cNvPr id="39" name="Graphic 38">
            <a:extLst>
              <a:ext uri="{FF2B5EF4-FFF2-40B4-BE49-F238E27FC236}">
                <a16:creationId xmlns:a16="http://schemas.microsoft.com/office/drawing/2014/main" id="{A0178A2C-2A46-B5EF-2454-D42190575596}"/>
              </a:ext>
            </a:extLst>
          </p:cNvPr>
          <p:cNvPicPr>
            <a:picLocks noChangeAspect="1"/>
          </p:cNvPicPr>
          <p:nvPr/>
        </p:nvPicPr>
        <p:blipFill>
          <a:blip r:embed="rId16"/>
          <a:srcRect/>
          <a:stretch/>
        </p:blipFill>
        <p:spPr>
          <a:xfrm>
            <a:off x="5738639" y="5771727"/>
            <a:ext cx="562450" cy="519953"/>
          </a:xfrm>
          <a:prstGeom prst="rect">
            <a:avLst/>
          </a:prstGeom>
        </p:spPr>
      </p:pic>
      <p:pic>
        <p:nvPicPr>
          <p:cNvPr id="40" name="Graphic 39">
            <a:extLst>
              <a:ext uri="{FF2B5EF4-FFF2-40B4-BE49-F238E27FC236}">
                <a16:creationId xmlns:a16="http://schemas.microsoft.com/office/drawing/2014/main" id="{1CBA2823-9CF7-D3CE-7F30-A111B5B4B643}"/>
              </a:ext>
            </a:extLst>
          </p:cNvPr>
          <p:cNvPicPr>
            <a:picLocks noChangeAspect="1"/>
          </p:cNvPicPr>
          <p:nvPr/>
        </p:nvPicPr>
        <p:blipFill>
          <a:blip r:embed="rId17"/>
          <a:srcRect/>
          <a:stretch/>
        </p:blipFill>
        <p:spPr>
          <a:xfrm>
            <a:off x="8559357" y="5772362"/>
            <a:ext cx="473106" cy="503229"/>
          </a:xfrm>
          <a:prstGeom prst="rect">
            <a:avLst/>
          </a:prstGeom>
        </p:spPr>
      </p:pic>
      <p:pic>
        <p:nvPicPr>
          <p:cNvPr id="41" name="Graphic 40">
            <a:extLst>
              <a:ext uri="{FF2B5EF4-FFF2-40B4-BE49-F238E27FC236}">
                <a16:creationId xmlns:a16="http://schemas.microsoft.com/office/drawing/2014/main" id="{81435A03-2623-0041-1420-BC0EF46D2CF7}"/>
              </a:ext>
            </a:extLst>
          </p:cNvPr>
          <p:cNvPicPr>
            <a:picLocks noChangeAspect="1"/>
          </p:cNvPicPr>
          <p:nvPr/>
        </p:nvPicPr>
        <p:blipFill>
          <a:blip r:embed="rId18"/>
          <a:srcRect/>
          <a:stretch/>
        </p:blipFill>
        <p:spPr>
          <a:xfrm>
            <a:off x="2466447" y="5748907"/>
            <a:ext cx="506423" cy="579563"/>
          </a:xfrm>
          <a:prstGeom prst="rect">
            <a:avLst/>
          </a:prstGeom>
        </p:spPr>
      </p:pic>
      <p:pic>
        <p:nvPicPr>
          <p:cNvPr id="42" name="Graphic 41">
            <a:extLst>
              <a:ext uri="{FF2B5EF4-FFF2-40B4-BE49-F238E27FC236}">
                <a16:creationId xmlns:a16="http://schemas.microsoft.com/office/drawing/2014/main" id="{EEECA9F4-B3EF-9E8F-76A4-893DB027674C}"/>
              </a:ext>
            </a:extLst>
          </p:cNvPr>
          <p:cNvPicPr>
            <a:picLocks noChangeAspect="1"/>
          </p:cNvPicPr>
          <p:nvPr/>
        </p:nvPicPr>
        <p:blipFill>
          <a:blip r:embed="rId19"/>
          <a:srcRect/>
          <a:stretch/>
        </p:blipFill>
        <p:spPr>
          <a:xfrm>
            <a:off x="7876179" y="5763585"/>
            <a:ext cx="524068" cy="508885"/>
          </a:xfrm>
          <a:prstGeom prst="rect">
            <a:avLst/>
          </a:prstGeom>
        </p:spPr>
      </p:pic>
      <p:pic>
        <p:nvPicPr>
          <p:cNvPr id="2" name="Graphic 1">
            <a:extLst>
              <a:ext uri="{FF2B5EF4-FFF2-40B4-BE49-F238E27FC236}">
                <a16:creationId xmlns:a16="http://schemas.microsoft.com/office/drawing/2014/main" id="{B7E4AF12-152F-437F-F9DE-846F48D479E3}"/>
              </a:ext>
            </a:extLst>
          </p:cNvPr>
          <p:cNvPicPr>
            <a:picLocks noChangeAspect="1"/>
          </p:cNvPicPr>
          <p:nvPr/>
        </p:nvPicPr>
        <p:blipFill>
          <a:blip r:embed="rId20"/>
          <a:srcRect/>
          <a:stretch/>
        </p:blipFill>
        <p:spPr>
          <a:xfrm>
            <a:off x="9813336" y="5739149"/>
            <a:ext cx="497785" cy="557990"/>
          </a:xfrm>
          <a:prstGeom prst="rect">
            <a:avLst/>
          </a:prstGeom>
        </p:spPr>
      </p:pic>
    </p:spTree>
    <p:extLst>
      <p:ext uri="{BB962C8B-B14F-4D97-AF65-F5344CB8AC3E}">
        <p14:creationId xmlns:p14="http://schemas.microsoft.com/office/powerpoint/2010/main" val="20829285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521F7-FD5B-CC0C-29AB-30C0E3E0590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36362A0-3F10-E219-8B7D-8C7C58B0624C}"/>
              </a:ext>
            </a:extLst>
          </p:cNvPr>
          <p:cNvSpPr txBox="1"/>
          <p:nvPr/>
        </p:nvSpPr>
        <p:spPr>
          <a:xfrm>
            <a:off x="3657600" y="2812357"/>
            <a:ext cx="4876800" cy="707886"/>
          </a:xfrm>
          <a:prstGeom prst="rect">
            <a:avLst/>
          </a:prstGeom>
          <a:noFill/>
        </p:spPr>
        <p:txBody>
          <a:bodyPr wrap="square">
            <a:spAutoFit/>
          </a:bodyPr>
          <a:lstStyle/>
          <a:p>
            <a:pPr algn="ctr">
              <a:buNone/>
            </a:pPr>
            <a:r>
              <a:rPr lang="en-US" sz="4000" b="1" dirty="0">
                <a:effectLst/>
                <a:latin typeface="Aptos" panose="020B0004020202020204" pitchFamily="34" charset="0"/>
              </a:rPr>
              <a:t>100% Open Source</a:t>
            </a:r>
            <a:endParaRPr lang="en-US" sz="4000" dirty="0">
              <a:effectLst/>
              <a:latin typeface="Aptos" panose="020B0004020202020204" pitchFamily="34" charset="0"/>
            </a:endParaRPr>
          </a:p>
        </p:txBody>
      </p:sp>
    </p:spTree>
    <p:extLst>
      <p:ext uri="{BB962C8B-B14F-4D97-AF65-F5344CB8AC3E}">
        <p14:creationId xmlns:p14="http://schemas.microsoft.com/office/powerpoint/2010/main" val="33933660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D6A19-B8D4-FB3B-082A-7F4B43D4388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75081F38-7CC1-1BBC-9CAF-D41509DA9FBA}"/>
              </a:ext>
            </a:extLst>
          </p:cNvPr>
          <p:cNvSpPr txBox="1"/>
          <p:nvPr/>
        </p:nvSpPr>
        <p:spPr>
          <a:xfrm>
            <a:off x="1398899" y="2767280"/>
            <a:ext cx="9394201" cy="1323439"/>
          </a:xfrm>
          <a:prstGeom prst="rect">
            <a:avLst/>
          </a:prstGeom>
          <a:noFill/>
        </p:spPr>
        <p:txBody>
          <a:bodyPr wrap="square">
            <a:spAutoFit/>
          </a:bodyPr>
          <a:lstStyle/>
          <a:p>
            <a:pPr algn="ctr">
              <a:buNone/>
            </a:pPr>
            <a:r>
              <a:rPr lang="en-US" sz="4000" b="1" dirty="0">
                <a:effectLst/>
                <a:latin typeface="Aptos" panose="020B0004020202020204" pitchFamily="34" charset="0"/>
              </a:rPr>
              <a:t>Reference architecture </a:t>
            </a:r>
          </a:p>
          <a:p>
            <a:pPr algn="ctr">
              <a:buNone/>
            </a:pPr>
            <a:r>
              <a:rPr lang="en-US" sz="4000" b="1" dirty="0">
                <a:effectLst/>
                <a:latin typeface="Aptos" panose="020B0004020202020204" pitchFamily="34" charset="0"/>
              </a:rPr>
              <a:t>for an interoperable cloud</a:t>
            </a:r>
            <a:endParaRPr lang="en-US" sz="4000" dirty="0">
              <a:effectLst/>
              <a:latin typeface="Aptos" panose="020B0004020202020204" pitchFamily="34" charset="0"/>
            </a:endParaRPr>
          </a:p>
        </p:txBody>
      </p:sp>
    </p:spTree>
    <p:extLst>
      <p:ext uri="{BB962C8B-B14F-4D97-AF65-F5344CB8AC3E}">
        <p14:creationId xmlns:p14="http://schemas.microsoft.com/office/powerpoint/2010/main" val="8006243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AA2EB-EEF3-BF46-76C8-42605CFF2999}"/>
            </a:ext>
          </a:extLst>
        </p:cNvPr>
        <p:cNvGrpSpPr/>
        <p:nvPr/>
      </p:nvGrpSpPr>
      <p:grpSpPr>
        <a:xfrm>
          <a:off x="0" y="0"/>
          <a:ext cx="0" cy="0"/>
          <a:chOff x="0" y="0"/>
          <a:chExt cx="0" cy="0"/>
        </a:xfrm>
      </p:grpSpPr>
      <p:pic>
        <p:nvPicPr>
          <p:cNvPr id="8" name="Graphic 7">
            <a:extLst>
              <a:ext uri="{FF2B5EF4-FFF2-40B4-BE49-F238E27FC236}">
                <a16:creationId xmlns:a16="http://schemas.microsoft.com/office/drawing/2014/main" id="{BA4A6DBD-508F-5178-2139-D8115CC7E2EA}"/>
              </a:ext>
            </a:extLst>
          </p:cNvPr>
          <p:cNvPicPr>
            <a:picLocks noChangeAspect="1"/>
          </p:cNvPicPr>
          <p:nvPr/>
        </p:nvPicPr>
        <p:blipFill>
          <a:blip r:embed="rId2"/>
          <a:srcRect/>
          <a:stretch/>
        </p:blipFill>
        <p:spPr>
          <a:xfrm>
            <a:off x="3545055" y="1726033"/>
            <a:ext cx="4407924" cy="4345666"/>
          </a:xfrm>
          <a:prstGeom prst="rect">
            <a:avLst/>
          </a:prstGeom>
        </p:spPr>
      </p:pic>
      <p:sp>
        <p:nvSpPr>
          <p:cNvPr id="9" name="TextBox 8">
            <a:extLst>
              <a:ext uri="{FF2B5EF4-FFF2-40B4-BE49-F238E27FC236}">
                <a16:creationId xmlns:a16="http://schemas.microsoft.com/office/drawing/2014/main" id="{1296A361-716C-0EC5-FBDE-2A93A3649B77}"/>
              </a:ext>
            </a:extLst>
          </p:cNvPr>
          <p:cNvSpPr txBox="1"/>
          <p:nvPr/>
        </p:nvSpPr>
        <p:spPr>
          <a:xfrm rot="16200000">
            <a:off x="6290682" y="3675647"/>
            <a:ext cx="3903732" cy="477054"/>
          </a:xfrm>
          <a:prstGeom prst="rect">
            <a:avLst/>
          </a:prstGeom>
          <a:noFill/>
        </p:spPr>
        <p:txBody>
          <a:bodyPr wrap="square">
            <a:spAutoFit/>
          </a:bodyPr>
          <a:lstStyle/>
          <a:p>
            <a:pPr algn="ctr">
              <a:buNone/>
            </a:pPr>
            <a:r>
              <a:rPr lang="en-US" sz="2500" i="1" dirty="0">
                <a:effectLst/>
                <a:latin typeface="Aptos" panose="020B0004020202020204" pitchFamily="34" charset="0"/>
              </a:rPr>
              <a:t>Technology stack level</a:t>
            </a:r>
            <a:endParaRPr lang="en-US" sz="2500" dirty="0">
              <a:effectLst/>
              <a:latin typeface="Aptos" panose="020B0004020202020204" pitchFamily="34" charset="0"/>
            </a:endParaRPr>
          </a:p>
        </p:txBody>
      </p:sp>
      <p:cxnSp>
        <p:nvCxnSpPr>
          <p:cNvPr id="10" name="Straight Connector 9">
            <a:extLst>
              <a:ext uri="{FF2B5EF4-FFF2-40B4-BE49-F238E27FC236}">
                <a16:creationId xmlns:a16="http://schemas.microsoft.com/office/drawing/2014/main" id="{E55B872F-712D-F74B-8A73-B8B630B9D43C}"/>
              </a:ext>
            </a:extLst>
          </p:cNvPr>
          <p:cNvCxnSpPr>
            <a:cxnSpLocks/>
          </p:cNvCxnSpPr>
          <p:nvPr/>
        </p:nvCxnSpPr>
        <p:spPr>
          <a:xfrm>
            <a:off x="8030318" y="1962307"/>
            <a:ext cx="1" cy="3979708"/>
          </a:xfrm>
          <a:prstGeom prst="line">
            <a:avLst/>
          </a:prstGeom>
          <a:ln>
            <a:solidFill>
              <a:schemeClr val="accent1">
                <a:lumMod val="50000"/>
              </a:schemeClr>
            </a:solidFill>
          </a:ln>
        </p:spPr>
        <p:style>
          <a:lnRef idx="2">
            <a:schemeClr val="accent1"/>
          </a:lnRef>
          <a:fillRef idx="0">
            <a:schemeClr val="accent1"/>
          </a:fillRef>
          <a:effectRef idx="1">
            <a:schemeClr val="accent1"/>
          </a:effectRef>
          <a:fontRef idx="minor">
            <a:schemeClr val="tx1"/>
          </a:fontRef>
        </p:style>
      </p:cxnSp>
      <p:sp>
        <p:nvSpPr>
          <p:cNvPr id="11" name="Triangle 10">
            <a:extLst>
              <a:ext uri="{FF2B5EF4-FFF2-40B4-BE49-F238E27FC236}">
                <a16:creationId xmlns:a16="http://schemas.microsoft.com/office/drawing/2014/main" id="{FF2F56C5-1210-B387-2ACD-FBCBBDCE1DD8}"/>
              </a:ext>
            </a:extLst>
          </p:cNvPr>
          <p:cNvSpPr/>
          <p:nvPr/>
        </p:nvSpPr>
        <p:spPr>
          <a:xfrm>
            <a:off x="7943937" y="1882137"/>
            <a:ext cx="163721" cy="196822"/>
          </a:xfrm>
          <a:prstGeom prst="triangle">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riangle 11">
            <a:extLst>
              <a:ext uri="{FF2B5EF4-FFF2-40B4-BE49-F238E27FC236}">
                <a16:creationId xmlns:a16="http://schemas.microsoft.com/office/drawing/2014/main" id="{60EFE362-3B37-BE05-5DAE-10A9A92C376C}"/>
              </a:ext>
            </a:extLst>
          </p:cNvPr>
          <p:cNvSpPr/>
          <p:nvPr/>
        </p:nvSpPr>
        <p:spPr>
          <a:xfrm rot="10800000">
            <a:off x="7943937" y="5892204"/>
            <a:ext cx="163721" cy="196822"/>
          </a:xfrm>
          <a:prstGeom prst="triangle">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B828DA6D-4BC7-4982-5F82-FBB6646AADE5}"/>
              </a:ext>
            </a:extLst>
          </p:cNvPr>
          <p:cNvSpPr txBox="1"/>
          <p:nvPr/>
        </p:nvSpPr>
        <p:spPr>
          <a:xfrm>
            <a:off x="1398899" y="786302"/>
            <a:ext cx="9394201" cy="1015663"/>
          </a:xfrm>
          <a:prstGeom prst="rect">
            <a:avLst/>
          </a:prstGeom>
          <a:noFill/>
        </p:spPr>
        <p:txBody>
          <a:bodyPr wrap="square">
            <a:spAutoFit/>
          </a:bodyPr>
          <a:lstStyle/>
          <a:p>
            <a:pPr algn="ctr">
              <a:buNone/>
            </a:pPr>
            <a:r>
              <a:rPr lang="en-US" sz="3000" b="1" dirty="0">
                <a:effectLst/>
                <a:latin typeface="Aptos" panose="020B0004020202020204" pitchFamily="34" charset="0"/>
              </a:rPr>
              <a:t>Reference architecture </a:t>
            </a:r>
          </a:p>
          <a:p>
            <a:pPr algn="ctr">
              <a:buNone/>
            </a:pPr>
            <a:r>
              <a:rPr lang="en-US" sz="3000" b="1" dirty="0">
                <a:effectLst/>
                <a:latin typeface="Aptos" panose="020B0004020202020204" pitchFamily="34" charset="0"/>
              </a:rPr>
              <a:t>for an interoperable cloud</a:t>
            </a:r>
            <a:endParaRPr lang="en-US" sz="3000" dirty="0">
              <a:effectLst/>
              <a:latin typeface="Aptos" panose="020B0004020202020204" pitchFamily="34" charset="0"/>
            </a:endParaRPr>
          </a:p>
        </p:txBody>
      </p:sp>
      <p:sp>
        <p:nvSpPr>
          <p:cNvPr id="19" name="Rectangle 18">
            <a:extLst>
              <a:ext uri="{FF2B5EF4-FFF2-40B4-BE49-F238E27FC236}">
                <a16:creationId xmlns:a16="http://schemas.microsoft.com/office/drawing/2014/main" id="{9D540233-DA4A-52DF-4EB1-AEFCAF17B73F}"/>
              </a:ext>
            </a:extLst>
          </p:cNvPr>
          <p:cNvSpPr/>
          <p:nvPr/>
        </p:nvSpPr>
        <p:spPr>
          <a:xfrm>
            <a:off x="5440829" y="1726033"/>
            <a:ext cx="2340805" cy="4345666"/>
          </a:xfrm>
          <a:prstGeom prst="rect">
            <a:avLst/>
          </a:prstGeom>
          <a:gradFill>
            <a:gsLst>
              <a:gs pos="0">
                <a:schemeClr val="bg1">
                  <a:alpha val="0"/>
                </a:schemeClr>
              </a:gs>
              <a:gs pos="90000">
                <a:srgbClr val="F6FBFF"/>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EF12F268-0ADA-BA39-5D1B-3636DE55A508}"/>
              </a:ext>
            </a:extLst>
          </p:cNvPr>
          <p:cNvSpPr/>
          <p:nvPr/>
        </p:nvSpPr>
        <p:spPr>
          <a:xfrm>
            <a:off x="9221492" y="412542"/>
            <a:ext cx="2774196" cy="44539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88515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outHorizontal)">
                                      <p:cBhvr>
                                        <p:cTn id="7" dur="500"/>
                                        <p:tgtEl>
                                          <p:spTgt spid="8"/>
                                        </p:tgtEl>
                                      </p:cBhvr>
                                    </p:animEffect>
                                  </p:childTnLst>
                                </p:cTn>
                              </p:par>
                              <p:par>
                                <p:cTn id="8" presetID="16" presetClass="entr" presetSubtype="42"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outHorizontal)">
                                      <p:cBhvr>
                                        <p:cTn id="10" dur="500"/>
                                        <p:tgtEl>
                                          <p:spTgt spid="11"/>
                                        </p:tgtEl>
                                      </p:cBhvr>
                                    </p:animEffect>
                                  </p:childTnLst>
                                </p:cTn>
                              </p:par>
                              <p:par>
                                <p:cTn id="11" presetID="16" presetClass="entr" presetSubtype="42"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barn(outHorizontal)">
                                      <p:cBhvr>
                                        <p:cTn id="13" dur="500"/>
                                        <p:tgtEl>
                                          <p:spTgt spid="12"/>
                                        </p:tgtEl>
                                      </p:cBhvr>
                                    </p:animEffect>
                                  </p:childTnLst>
                                </p:cTn>
                              </p:par>
                              <p:par>
                                <p:cTn id="14" presetID="16" presetClass="entr" presetSubtype="42" fill="hold"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barn(outHorizontal)">
                                      <p:cBhvr>
                                        <p:cTn id="16" dur="500"/>
                                        <p:tgtEl>
                                          <p:spTgt spid="10"/>
                                        </p:tgtEl>
                                      </p:cBhvr>
                                    </p:animEffect>
                                  </p:childTnLst>
                                </p:cTn>
                              </p:par>
                              <p:par>
                                <p:cTn id="17" presetID="16" presetClass="entr" presetSubtype="42"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barn(outHorizontal)">
                                      <p:cBhvr>
                                        <p:cTn id="19" dur="5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nodePh="1">
                                  <p:stCondLst>
                                    <p:cond delay="0"/>
                                  </p:stCondLst>
                                  <p:endCondLst>
                                    <p:cond evt="begin" delay="0">
                                      <p:tn val="22"/>
                                    </p:cond>
                                  </p:endCondLst>
                                  <p:childTnLst>
                                    <p:set>
                                      <p:cBhvr>
                                        <p:cTn id="23" dur="1" fill="hold">
                                          <p:stCondLst>
                                            <p:cond delay="0"/>
                                          </p:stCondLst>
                                        </p:cTn>
                                        <p:tgtEl>
                                          <p:spTgt spid="3"/>
                                        </p:tgtEl>
                                        <p:attrNameLst>
                                          <p:attrName>style.visibility</p:attrName>
                                        </p:attrNameLst>
                                      </p:cBhvr>
                                      <p:to>
                                        <p:strVal val="visible"/>
                                      </p:to>
                                    </p:set>
                                    <p:anim calcmode="lin" valueType="num">
                                      <p:cBhvr additive="base">
                                        <p:cTn id="24" dur="500" fill="hold"/>
                                        <p:tgtEl>
                                          <p:spTgt spid="3"/>
                                        </p:tgtEl>
                                        <p:attrNameLst>
                                          <p:attrName>ppt_x</p:attrName>
                                        </p:attrNameLst>
                                      </p:cBhvr>
                                      <p:tavLst>
                                        <p:tav tm="0">
                                          <p:val>
                                            <p:strVal val="#ppt_x"/>
                                          </p:val>
                                        </p:tav>
                                        <p:tav tm="100000">
                                          <p:val>
                                            <p:strVal val="#ppt_x"/>
                                          </p:val>
                                        </p:tav>
                                      </p:tavLst>
                                    </p:anim>
                                    <p:anim calcmode="lin" valueType="num">
                                      <p:cBhvr additive="base">
                                        <p:cTn id="25"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animBg="1"/>
      <p:bldP spid="12" grpId="0" animBg="1"/>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826A11F-5FFC-4256-3751-F97712425F75}"/>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26F9E1B5-2502-C8B1-E4CB-B6413E27D852}"/>
              </a:ext>
            </a:extLst>
          </p:cNvPr>
          <p:cNvSpPr/>
          <p:nvPr/>
        </p:nvSpPr>
        <p:spPr>
          <a:xfrm rot="16200000">
            <a:off x="6493105" y="3884844"/>
            <a:ext cx="4442386" cy="659568"/>
          </a:xfrm>
          <a:prstGeom prst="rect">
            <a:avLst/>
          </a:prstGeom>
          <a:gradFill flip="none" rotWithShape="1">
            <a:gsLst>
              <a:gs pos="32000">
                <a:srgbClr val="4F95D9"/>
              </a:gs>
              <a:gs pos="7000">
                <a:srgbClr val="163E64"/>
              </a:gs>
              <a:gs pos="73000">
                <a:srgbClr val="A6CAED"/>
              </a:gs>
            </a:gsLst>
            <a:lin ang="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Picture 28">
            <a:extLst>
              <a:ext uri="{FF2B5EF4-FFF2-40B4-BE49-F238E27FC236}">
                <a16:creationId xmlns:a16="http://schemas.microsoft.com/office/drawing/2014/main" id="{41A548BD-473E-E22C-F590-9588A59B2DA6}"/>
              </a:ext>
            </a:extLst>
          </p:cNvPr>
          <p:cNvPicPr>
            <a:picLocks noChangeAspect="1"/>
          </p:cNvPicPr>
          <p:nvPr/>
        </p:nvPicPr>
        <p:blipFill>
          <a:blip r:embed="rId3"/>
          <a:stretch>
            <a:fillRect/>
          </a:stretch>
        </p:blipFill>
        <p:spPr>
          <a:xfrm>
            <a:off x="8552273" y="2086906"/>
            <a:ext cx="345034" cy="546304"/>
          </a:xfrm>
          <a:prstGeom prst="rect">
            <a:avLst/>
          </a:prstGeom>
        </p:spPr>
      </p:pic>
      <p:sp>
        <p:nvSpPr>
          <p:cNvPr id="30" name="Rectangle 29">
            <a:extLst>
              <a:ext uri="{FF2B5EF4-FFF2-40B4-BE49-F238E27FC236}">
                <a16:creationId xmlns:a16="http://schemas.microsoft.com/office/drawing/2014/main" id="{F4872EEB-1E72-4CC0-EC49-88195AF8B3C0}"/>
              </a:ext>
            </a:extLst>
          </p:cNvPr>
          <p:cNvSpPr/>
          <p:nvPr/>
        </p:nvSpPr>
        <p:spPr>
          <a:xfrm>
            <a:off x="8416211" y="2033181"/>
            <a:ext cx="600257" cy="521093"/>
          </a:xfrm>
          <a:prstGeom prst="rect">
            <a:avLst/>
          </a:prstGeom>
          <a:solidFill>
            <a:srgbClr val="A6CA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44456F34-3243-6A3D-9975-CDA4BC8EC3B4}"/>
              </a:ext>
            </a:extLst>
          </p:cNvPr>
          <p:cNvSpPr/>
          <p:nvPr/>
        </p:nvSpPr>
        <p:spPr>
          <a:xfrm rot="16200000">
            <a:off x="7242614" y="3884844"/>
            <a:ext cx="4442386" cy="659568"/>
          </a:xfrm>
          <a:prstGeom prst="rect">
            <a:avLst/>
          </a:prstGeom>
          <a:gradFill flip="none" rotWithShape="1">
            <a:gsLst>
              <a:gs pos="32000">
                <a:srgbClr val="4F95D9"/>
              </a:gs>
              <a:gs pos="7000">
                <a:srgbClr val="163E64"/>
              </a:gs>
              <a:gs pos="73000">
                <a:srgbClr val="A6CAED"/>
              </a:gs>
            </a:gsLst>
            <a:lin ang="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E75C44B4-E0E3-AE11-A837-5316C8C88F1B}"/>
              </a:ext>
            </a:extLst>
          </p:cNvPr>
          <p:cNvSpPr/>
          <p:nvPr/>
        </p:nvSpPr>
        <p:spPr>
          <a:xfrm rot="16200000">
            <a:off x="7992122" y="3884844"/>
            <a:ext cx="4442386" cy="659568"/>
          </a:xfrm>
          <a:prstGeom prst="rect">
            <a:avLst/>
          </a:prstGeom>
          <a:gradFill flip="none" rotWithShape="1">
            <a:gsLst>
              <a:gs pos="32000">
                <a:srgbClr val="4F95D9"/>
              </a:gs>
              <a:gs pos="7000">
                <a:srgbClr val="163E64"/>
              </a:gs>
              <a:gs pos="73000">
                <a:srgbClr val="A6CAED"/>
              </a:gs>
            </a:gsLst>
            <a:lin ang="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9A0D9085-264A-87D5-2D8E-214808DB217B}"/>
              </a:ext>
            </a:extLst>
          </p:cNvPr>
          <p:cNvSpPr/>
          <p:nvPr/>
        </p:nvSpPr>
        <p:spPr>
          <a:xfrm>
            <a:off x="1519021" y="1305250"/>
            <a:ext cx="6745573" cy="4396676"/>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3DF1868-3A73-880E-1B23-F03FDC6C20CC}"/>
              </a:ext>
            </a:extLst>
          </p:cNvPr>
          <p:cNvSpPr/>
          <p:nvPr/>
        </p:nvSpPr>
        <p:spPr>
          <a:xfrm>
            <a:off x="1638941" y="1984838"/>
            <a:ext cx="6535712" cy="659568"/>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0DF8C31F-2B14-01CB-2688-1FB56BDA2462}"/>
              </a:ext>
            </a:extLst>
          </p:cNvPr>
          <p:cNvSpPr/>
          <p:nvPr/>
        </p:nvSpPr>
        <p:spPr>
          <a:xfrm>
            <a:off x="4966757" y="2734343"/>
            <a:ext cx="3207896" cy="659568"/>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23F517C1-D63E-CF68-2D99-C9CA40D5BCC8}"/>
              </a:ext>
            </a:extLst>
          </p:cNvPr>
          <p:cNvSpPr/>
          <p:nvPr/>
        </p:nvSpPr>
        <p:spPr>
          <a:xfrm>
            <a:off x="1638941" y="2734343"/>
            <a:ext cx="3207896" cy="659568"/>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E96B2AD-1686-EC6A-565C-28EC347D9831}"/>
              </a:ext>
            </a:extLst>
          </p:cNvPr>
          <p:cNvSpPr/>
          <p:nvPr/>
        </p:nvSpPr>
        <p:spPr>
          <a:xfrm>
            <a:off x="1638941" y="3483700"/>
            <a:ext cx="6535712" cy="659568"/>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8F20675-3A52-1BD7-98F4-DC1D1D4586B6}"/>
              </a:ext>
            </a:extLst>
          </p:cNvPr>
          <p:cNvSpPr/>
          <p:nvPr/>
        </p:nvSpPr>
        <p:spPr>
          <a:xfrm>
            <a:off x="1638941" y="4214628"/>
            <a:ext cx="6535712" cy="659568"/>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B8BF81D3-5E73-990E-CE35-D77C3B22F4BD}"/>
              </a:ext>
            </a:extLst>
          </p:cNvPr>
          <p:cNvSpPr/>
          <p:nvPr/>
        </p:nvSpPr>
        <p:spPr>
          <a:xfrm>
            <a:off x="1638941" y="4940342"/>
            <a:ext cx="4775439" cy="659568"/>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9760F7F-37EE-8F33-107F-4309DAB6DB2B}"/>
              </a:ext>
            </a:extLst>
          </p:cNvPr>
          <p:cNvSpPr/>
          <p:nvPr/>
        </p:nvSpPr>
        <p:spPr>
          <a:xfrm>
            <a:off x="6501228" y="4940342"/>
            <a:ext cx="1673426" cy="659568"/>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76D2FC19-3572-A9A2-6C45-9D4FBE23E88F}"/>
              </a:ext>
            </a:extLst>
          </p:cNvPr>
          <p:cNvSpPr/>
          <p:nvPr/>
        </p:nvSpPr>
        <p:spPr>
          <a:xfrm>
            <a:off x="1638941" y="5767656"/>
            <a:ext cx="4775439" cy="659568"/>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4F0CE9F6-5080-53E2-7EC5-09E0D6B9A487}"/>
              </a:ext>
            </a:extLst>
          </p:cNvPr>
          <p:cNvSpPr/>
          <p:nvPr/>
        </p:nvSpPr>
        <p:spPr>
          <a:xfrm>
            <a:off x="6501228" y="5767656"/>
            <a:ext cx="1673426" cy="659568"/>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CB428EFD-CEC2-47CC-B6D8-1F21D81A3D24}"/>
              </a:ext>
            </a:extLst>
          </p:cNvPr>
          <p:cNvSpPr txBox="1"/>
          <p:nvPr/>
        </p:nvSpPr>
        <p:spPr>
          <a:xfrm>
            <a:off x="3242889" y="1444957"/>
            <a:ext cx="3468273" cy="400110"/>
          </a:xfrm>
          <a:prstGeom prst="rect">
            <a:avLst/>
          </a:prstGeom>
          <a:noFill/>
        </p:spPr>
        <p:txBody>
          <a:bodyPr wrap="square">
            <a:spAutoFit/>
          </a:bodyPr>
          <a:lstStyle/>
          <a:p>
            <a:pPr algn="ctr">
              <a:buNone/>
            </a:pPr>
            <a:r>
              <a:rPr lang="en-US" sz="2000" b="1" dirty="0">
                <a:effectLst/>
                <a:latin typeface="Aptos" panose="020B0004020202020204" pitchFamily="34" charset="0"/>
              </a:rPr>
              <a:t>Federation</a:t>
            </a:r>
          </a:p>
        </p:txBody>
      </p:sp>
      <p:sp>
        <p:nvSpPr>
          <p:cNvPr id="31" name="TextBox 30">
            <a:extLst>
              <a:ext uri="{FF2B5EF4-FFF2-40B4-BE49-F238E27FC236}">
                <a16:creationId xmlns:a16="http://schemas.microsoft.com/office/drawing/2014/main" id="{D9E5645F-9586-1D14-EE88-1C942E46400E}"/>
              </a:ext>
            </a:extLst>
          </p:cNvPr>
          <p:cNvSpPr txBox="1"/>
          <p:nvPr/>
        </p:nvSpPr>
        <p:spPr>
          <a:xfrm>
            <a:off x="3242889" y="2128674"/>
            <a:ext cx="3468273" cy="369332"/>
          </a:xfrm>
          <a:prstGeom prst="rect">
            <a:avLst/>
          </a:prstGeom>
          <a:noFill/>
        </p:spPr>
        <p:txBody>
          <a:bodyPr wrap="square">
            <a:spAutoFit/>
          </a:bodyPr>
          <a:lstStyle/>
          <a:p>
            <a:pPr algn="ctr">
              <a:buNone/>
            </a:pPr>
            <a:r>
              <a:rPr lang="en-US" b="1" dirty="0">
                <a:effectLst/>
                <a:latin typeface="Aptos" panose="020B0004020202020204" pitchFamily="34" charset="0"/>
              </a:rPr>
              <a:t>Application</a:t>
            </a:r>
          </a:p>
        </p:txBody>
      </p:sp>
      <p:sp>
        <p:nvSpPr>
          <p:cNvPr id="33" name="TextBox 32">
            <a:extLst>
              <a:ext uri="{FF2B5EF4-FFF2-40B4-BE49-F238E27FC236}">
                <a16:creationId xmlns:a16="http://schemas.microsoft.com/office/drawing/2014/main" id="{F0300EE5-302D-AEC7-5F42-2C7A67378888}"/>
              </a:ext>
            </a:extLst>
          </p:cNvPr>
          <p:cNvSpPr txBox="1"/>
          <p:nvPr/>
        </p:nvSpPr>
        <p:spPr>
          <a:xfrm>
            <a:off x="2126993" y="2884808"/>
            <a:ext cx="2104784" cy="369332"/>
          </a:xfrm>
          <a:prstGeom prst="rect">
            <a:avLst/>
          </a:prstGeom>
          <a:noFill/>
        </p:spPr>
        <p:txBody>
          <a:bodyPr wrap="square">
            <a:spAutoFit/>
          </a:bodyPr>
          <a:lstStyle/>
          <a:p>
            <a:pPr algn="ctr">
              <a:buNone/>
            </a:pPr>
            <a:r>
              <a:rPr lang="en-US" b="1" dirty="0">
                <a:effectLst/>
                <a:latin typeface="Aptos" panose="020B0004020202020204" pitchFamily="34" charset="0"/>
              </a:rPr>
              <a:t>Data</a:t>
            </a:r>
          </a:p>
        </p:txBody>
      </p:sp>
      <p:sp>
        <p:nvSpPr>
          <p:cNvPr id="35" name="TextBox 34">
            <a:extLst>
              <a:ext uri="{FF2B5EF4-FFF2-40B4-BE49-F238E27FC236}">
                <a16:creationId xmlns:a16="http://schemas.microsoft.com/office/drawing/2014/main" id="{4AF4D311-3708-12DD-03DB-E130262D909C}"/>
              </a:ext>
            </a:extLst>
          </p:cNvPr>
          <p:cNvSpPr txBox="1"/>
          <p:nvPr/>
        </p:nvSpPr>
        <p:spPr>
          <a:xfrm>
            <a:off x="5513131" y="2884808"/>
            <a:ext cx="2104784" cy="369332"/>
          </a:xfrm>
          <a:prstGeom prst="rect">
            <a:avLst/>
          </a:prstGeom>
          <a:noFill/>
        </p:spPr>
        <p:txBody>
          <a:bodyPr wrap="square">
            <a:spAutoFit/>
          </a:bodyPr>
          <a:lstStyle/>
          <a:p>
            <a:pPr algn="ctr">
              <a:buNone/>
            </a:pPr>
            <a:r>
              <a:rPr lang="en-US" b="1" dirty="0">
                <a:effectLst/>
                <a:latin typeface="Aptos" panose="020B0004020202020204" pitchFamily="34" charset="0"/>
              </a:rPr>
              <a:t>AI</a:t>
            </a:r>
          </a:p>
        </p:txBody>
      </p:sp>
      <p:sp>
        <p:nvSpPr>
          <p:cNvPr id="37" name="TextBox 36">
            <a:extLst>
              <a:ext uri="{FF2B5EF4-FFF2-40B4-BE49-F238E27FC236}">
                <a16:creationId xmlns:a16="http://schemas.microsoft.com/office/drawing/2014/main" id="{799143E5-DB98-A219-4AAE-8A180EFE2E0D}"/>
              </a:ext>
            </a:extLst>
          </p:cNvPr>
          <p:cNvSpPr txBox="1"/>
          <p:nvPr/>
        </p:nvSpPr>
        <p:spPr>
          <a:xfrm>
            <a:off x="3242889" y="3643149"/>
            <a:ext cx="3468273" cy="369332"/>
          </a:xfrm>
          <a:prstGeom prst="rect">
            <a:avLst/>
          </a:prstGeom>
          <a:noFill/>
        </p:spPr>
        <p:txBody>
          <a:bodyPr wrap="square">
            <a:spAutoFit/>
          </a:bodyPr>
          <a:lstStyle/>
          <a:p>
            <a:pPr algn="ctr">
              <a:buNone/>
            </a:pPr>
            <a:r>
              <a:rPr lang="en-US" b="1" dirty="0">
                <a:effectLst/>
                <a:latin typeface="Aptos" panose="020B0004020202020204" pitchFamily="34" charset="0"/>
              </a:rPr>
              <a:t>Service Orchestration</a:t>
            </a:r>
          </a:p>
        </p:txBody>
      </p:sp>
      <p:sp>
        <p:nvSpPr>
          <p:cNvPr id="39" name="TextBox 38">
            <a:extLst>
              <a:ext uri="{FF2B5EF4-FFF2-40B4-BE49-F238E27FC236}">
                <a16:creationId xmlns:a16="http://schemas.microsoft.com/office/drawing/2014/main" id="{6CE6BBED-D3E8-C240-C9EE-24D771848157}"/>
              </a:ext>
            </a:extLst>
          </p:cNvPr>
          <p:cNvSpPr txBox="1"/>
          <p:nvPr/>
        </p:nvSpPr>
        <p:spPr>
          <a:xfrm>
            <a:off x="3242889" y="4357524"/>
            <a:ext cx="3468273" cy="369332"/>
          </a:xfrm>
          <a:prstGeom prst="rect">
            <a:avLst/>
          </a:prstGeom>
          <a:noFill/>
        </p:spPr>
        <p:txBody>
          <a:bodyPr wrap="square">
            <a:spAutoFit/>
          </a:bodyPr>
          <a:lstStyle/>
          <a:p>
            <a:pPr algn="ctr">
              <a:buNone/>
            </a:pPr>
            <a:r>
              <a:rPr lang="en-US" b="1" dirty="0">
                <a:effectLst/>
                <a:latin typeface="Aptos" panose="020B0004020202020204" pitchFamily="34" charset="0"/>
              </a:rPr>
              <a:t>Cloud Edge Platform</a:t>
            </a:r>
          </a:p>
        </p:txBody>
      </p:sp>
      <p:sp>
        <p:nvSpPr>
          <p:cNvPr id="41" name="TextBox 40">
            <a:extLst>
              <a:ext uri="{FF2B5EF4-FFF2-40B4-BE49-F238E27FC236}">
                <a16:creationId xmlns:a16="http://schemas.microsoft.com/office/drawing/2014/main" id="{9ABCAFB5-32B9-4E20-F1BE-30FFFAEB3235}"/>
              </a:ext>
            </a:extLst>
          </p:cNvPr>
          <p:cNvSpPr txBox="1"/>
          <p:nvPr/>
        </p:nvSpPr>
        <p:spPr>
          <a:xfrm>
            <a:off x="2292523" y="5086187"/>
            <a:ext cx="3468273" cy="369332"/>
          </a:xfrm>
          <a:prstGeom prst="rect">
            <a:avLst/>
          </a:prstGeom>
          <a:noFill/>
        </p:spPr>
        <p:txBody>
          <a:bodyPr wrap="square">
            <a:spAutoFit/>
          </a:bodyPr>
          <a:lstStyle/>
          <a:p>
            <a:pPr algn="ctr">
              <a:buNone/>
            </a:pPr>
            <a:r>
              <a:rPr lang="en-US" b="1" dirty="0">
                <a:effectLst/>
                <a:latin typeface="Aptos" panose="020B0004020202020204" pitchFamily="34" charset="0"/>
              </a:rPr>
              <a:t>Virtualization</a:t>
            </a:r>
          </a:p>
        </p:txBody>
      </p:sp>
      <p:sp>
        <p:nvSpPr>
          <p:cNvPr id="43" name="TextBox 42">
            <a:extLst>
              <a:ext uri="{FF2B5EF4-FFF2-40B4-BE49-F238E27FC236}">
                <a16:creationId xmlns:a16="http://schemas.microsoft.com/office/drawing/2014/main" id="{97036EFF-4987-9B72-3A46-261D30C1F70B}"/>
              </a:ext>
            </a:extLst>
          </p:cNvPr>
          <p:cNvSpPr txBox="1"/>
          <p:nvPr/>
        </p:nvSpPr>
        <p:spPr>
          <a:xfrm>
            <a:off x="1802414" y="5914862"/>
            <a:ext cx="3468273" cy="369332"/>
          </a:xfrm>
          <a:prstGeom prst="rect">
            <a:avLst/>
          </a:prstGeom>
          <a:noFill/>
        </p:spPr>
        <p:txBody>
          <a:bodyPr wrap="square">
            <a:spAutoFit/>
          </a:bodyPr>
          <a:lstStyle/>
          <a:p>
            <a:pPr algn="ctr">
              <a:buNone/>
            </a:pPr>
            <a:r>
              <a:rPr lang="en-US" b="1" dirty="0">
                <a:solidFill>
                  <a:schemeClr val="bg1">
                    <a:lumMod val="95000"/>
                  </a:schemeClr>
                </a:solidFill>
                <a:effectLst/>
                <a:latin typeface="Aptos" panose="020B0004020202020204" pitchFamily="34" charset="0"/>
              </a:rPr>
              <a:t>Physical Cloud Edge Resources</a:t>
            </a:r>
          </a:p>
        </p:txBody>
      </p:sp>
      <p:sp>
        <p:nvSpPr>
          <p:cNvPr id="45" name="TextBox 44">
            <a:extLst>
              <a:ext uri="{FF2B5EF4-FFF2-40B4-BE49-F238E27FC236}">
                <a16:creationId xmlns:a16="http://schemas.microsoft.com/office/drawing/2014/main" id="{4A48132E-0699-3421-BF3D-55F0EFD2F10D}"/>
              </a:ext>
            </a:extLst>
          </p:cNvPr>
          <p:cNvSpPr txBox="1"/>
          <p:nvPr/>
        </p:nvSpPr>
        <p:spPr>
          <a:xfrm>
            <a:off x="6311427" y="5011062"/>
            <a:ext cx="2104784" cy="553998"/>
          </a:xfrm>
          <a:prstGeom prst="rect">
            <a:avLst/>
          </a:prstGeom>
          <a:noFill/>
        </p:spPr>
        <p:txBody>
          <a:bodyPr wrap="square">
            <a:spAutoFit/>
          </a:bodyPr>
          <a:lstStyle/>
          <a:p>
            <a:pPr algn="ctr">
              <a:buNone/>
            </a:pPr>
            <a:r>
              <a:rPr lang="en-US" sz="1500" b="1" dirty="0">
                <a:solidFill>
                  <a:schemeClr val="bg1">
                    <a:lumMod val="95000"/>
                  </a:schemeClr>
                </a:solidFill>
                <a:effectLst/>
                <a:latin typeface="Aptos" panose="020B0004020202020204" pitchFamily="34" charset="0"/>
              </a:rPr>
              <a:t>Network Systems,</a:t>
            </a:r>
          </a:p>
          <a:p>
            <a:pPr algn="ctr">
              <a:buNone/>
            </a:pPr>
            <a:r>
              <a:rPr lang="en-US" sz="1500" b="1" dirty="0">
                <a:solidFill>
                  <a:schemeClr val="bg1">
                    <a:lumMod val="95000"/>
                  </a:schemeClr>
                </a:solidFill>
                <a:latin typeface="Aptos" panose="020B0004020202020204" pitchFamily="34" charset="0"/>
              </a:rPr>
              <a:t>SDN Controllers</a:t>
            </a:r>
            <a:endParaRPr lang="en-US" sz="1500" b="1" dirty="0">
              <a:solidFill>
                <a:schemeClr val="bg1">
                  <a:lumMod val="95000"/>
                </a:schemeClr>
              </a:solidFill>
              <a:effectLst/>
              <a:latin typeface="Aptos" panose="020B0004020202020204" pitchFamily="34" charset="0"/>
            </a:endParaRPr>
          </a:p>
        </p:txBody>
      </p:sp>
      <p:sp>
        <p:nvSpPr>
          <p:cNvPr id="47" name="TextBox 46">
            <a:extLst>
              <a:ext uri="{FF2B5EF4-FFF2-40B4-BE49-F238E27FC236}">
                <a16:creationId xmlns:a16="http://schemas.microsoft.com/office/drawing/2014/main" id="{3EEA4CE0-CC7C-8FFF-004B-48B43A48DB6F}"/>
              </a:ext>
            </a:extLst>
          </p:cNvPr>
          <p:cNvSpPr txBox="1"/>
          <p:nvPr/>
        </p:nvSpPr>
        <p:spPr>
          <a:xfrm>
            <a:off x="6311427" y="5821945"/>
            <a:ext cx="2104784" cy="553998"/>
          </a:xfrm>
          <a:prstGeom prst="rect">
            <a:avLst/>
          </a:prstGeom>
          <a:noFill/>
        </p:spPr>
        <p:txBody>
          <a:bodyPr wrap="square">
            <a:spAutoFit/>
          </a:bodyPr>
          <a:lstStyle/>
          <a:p>
            <a:pPr algn="ctr">
              <a:buNone/>
            </a:pPr>
            <a:r>
              <a:rPr lang="en-US" sz="1500" b="1" dirty="0">
                <a:solidFill>
                  <a:schemeClr val="bg1">
                    <a:lumMod val="95000"/>
                  </a:schemeClr>
                </a:solidFill>
                <a:effectLst/>
                <a:latin typeface="Aptos" panose="020B0004020202020204" pitchFamily="34" charset="0"/>
              </a:rPr>
              <a:t>Physical Network</a:t>
            </a:r>
          </a:p>
          <a:p>
            <a:pPr algn="ctr">
              <a:buNone/>
            </a:pPr>
            <a:r>
              <a:rPr lang="en-US" sz="1500" b="1" dirty="0">
                <a:solidFill>
                  <a:schemeClr val="bg1">
                    <a:lumMod val="95000"/>
                  </a:schemeClr>
                </a:solidFill>
                <a:latin typeface="Aptos" panose="020B0004020202020204" pitchFamily="34" charset="0"/>
              </a:rPr>
              <a:t>Resources</a:t>
            </a:r>
            <a:endParaRPr lang="en-US" sz="1500" b="1" dirty="0">
              <a:solidFill>
                <a:schemeClr val="bg1">
                  <a:lumMod val="95000"/>
                </a:schemeClr>
              </a:solidFill>
              <a:effectLst/>
              <a:latin typeface="Aptos" panose="020B0004020202020204" pitchFamily="34" charset="0"/>
            </a:endParaRPr>
          </a:p>
        </p:txBody>
      </p:sp>
      <p:sp>
        <p:nvSpPr>
          <p:cNvPr id="49" name="Rectangle 48">
            <a:extLst>
              <a:ext uri="{FF2B5EF4-FFF2-40B4-BE49-F238E27FC236}">
                <a16:creationId xmlns:a16="http://schemas.microsoft.com/office/drawing/2014/main" id="{419CC3A6-1BEA-D5C5-5EC4-EA35DDA94AD9}"/>
              </a:ext>
            </a:extLst>
          </p:cNvPr>
          <p:cNvSpPr/>
          <p:nvPr/>
        </p:nvSpPr>
        <p:spPr>
          <a:xfrm>
            <a:off x="5386466" y="5871493"/>
            <a:ext cx="899527" cy="460161"/>
          </a:xfrm>
          <a:prstGeom prst="rect">
            <a:avLst/>
          </a:prstGeom>
          <a:solidFill>
            <a:schemeClr val="tx2">
              <a:lumMod val="10000"/>
              <a:lumOff val="90000"/>
              <a:alpha val="49011"/>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2FF3A4B1-8DE6-256F-C095-FEA5C7C2DC93}"/>
              </a:ext>
            </a:extLst>
          </p:cNvPr>
          <p:cNvSpPr txBox="1"/>
          <p:nvPr/>
        </p:nvSpPr>
        <p:spPr>
          <a:xfrm>
            <a:off x="5366991" y="5882342"/>
            <a:ext cx="977648" cy="461665"/>
          </a:xfrm>
          <a:prstGeom prst="rect">
            <a:avLst/>
          </a:prstGeom>
          <a:noFill/>
        </p:spPr>
        <p:txBody>
          <a:bodyPr wrap="square">
            <a:spAutoFit/>
          </a:bodyPr>
          <a:lstStyle/>
          <a:p>
            <a:pPr>
              <a:buNone/>
            </a:pPr>
            <a:r>
              <a:rPr lang="en-US" sz="1200" dirty="0">
                <a:solidFill>
                  <a:schemeClr val="bg1">
                    <a:lumMod val="95000"/>
                  </a:schemeClr>
                </a:solidFill>
                <a:effectLst/>
                <a:latin typeface="Aptos" panose="020B0004020202020204" pitchFamily="34" charset="0"/>
              </a:rPr>
              <a:t>In DC </a:t>
            </a:r>
          </a:p>
          <a:p>
            <a:pPr>
              <a:buNone/>
            </a:pPr>
            <a:r>
              <a:rPr lang="en-US" sz="1200" dirty="0">
                <a:solidFill>
                  <a:schemeClr val="bg1">
                    <a:lumMod val="95000"/>
                  </a:schemeClr>
                </a:solidFill>
                <a:effectLst/>
                <a:latin typeface="Aptos" panose="020B0004020202020204" pitchFamily="34" charset="0"/>
              </a:rPr>
              <a:t>Networking</a:t>
            </a:r>
          </a:p>
        </p:txBody>
      </p:sp>
      <p:sp>
        <p:nvSpPr>
          <p:cNvPr id="53" name="TextBox 52">
            <a:extLst>
              <a:ext uri="{FF2B5EF4-FFF2-40B4-BE49-F238E27FC236}">
                <a16:creationId xmlns:a16="http://schemas.microsoft.com/office/drawing/2014/main" id="{701EDEC6-AF07-8E9D-77D7-BE5AA95C4BED}"/>
              </a:ext>
            </a:extLst>
          </p:cNvPr>
          <p:cNvSpPr txBox="1"/>
          <p:nvPr/>
        </p:nvSpPr>
        <p:spPr>
          <a:xfrm rot="16200000">
            <a:off x="6978504" y="4029963"/>
            <a:ext cx="3468273" cy="369332"/>
          </a:xfrm>
          <a:prstGeom prst="rect">
            <a:avLst/>
          </a:prstGeom>
          <a:noFill/>
        </p:spPr>
        <p:txBody>
          <a:bodyPr wrap="square">
            <a:spAutoFit/>
          </a:bodyPr>
          <a:lstStyle/>
          <a:p>
            <a:pPr algn="ctr">
              <a:buNone/>
            </a:pPr>
            <a:r>
              <a:rPr lang="en-US" b="1" dirty="0">
                <a:effectLst/>
                <a:latin typeface="Aptos" panose="020B0004020202020204" pitchFamily="34" charset="0"/>
              </a:rPr>
              <a:t>Sustainability</a:t>
            </a:r>
          </a:p>
        </p:txBody>
      </p:sp>
      <p:sp>
        <p:nvSpPr>
          <p:cNvPr id="55" name="TextBox 54">
            <a:extLst>
              <a:ext uri="{FF2B5EF4-FFF2-40B4-BE49-F238E27FC236}">
                <a16:creationId xmlns:a16="http://schemas.microsoft.com/office/drawing/2014/main" id="{D0F102D8-3C67-2899-2B00-78ED5A971FEF}"/>
              </a:ext>
            </a:extLst>
          </p:cNvPr>
          <p:cNvSpPr txBox="1"/>
          <p:nvPr/>
        </p:nvSpPr>
        <p:spPr>
          <a:xfrm rot="16200000">
            <a:off x="7729619" y="4029963"/>
            <a:ext cx="3468273" cy="369332"/>
          </a:xfrm>
          <a:prstGeom prst="rect">
            <a:avLst/>
          </a:prstGeom>
          <a:noFill/>
        </p:spPr>
        <p:txBody>
          <a:bodyPr wrap="square">
            <a:spAutoFit/>
          </a:bodyPr>
          <a:lstStyle/>
          <a:p>
            <a:pPr algn="ctr">
              <a:buNone/>
            </a:pPr>
            <a:r>
              <a:rPr lang="en-US" b="1" dirty="0">
                <a:effectLst/>
                <a:latin typeface="Aptos" panose="020B0004020202020204" pitchFamily="34" charset="0"/>
              </a:rPr>
              <a:t>Security and Compliance</a:t>
            </a:r>
          </a:p>
        </p:txBody>
      </p:sp>
      <p:sp>
        <p:nvSpPr>
          <p:cNvPr id="60" name="TextBox 59">
            <a:extLst>
              <a:ext uri="{FF2B5EF4-FFF2-40B4-BE49-F238E27FC236}">
                <a16:creationId xmlns:a16="http://schemas.microsoft.com/office/drawing/2014/main" id="{0B7891FC-BA4E-2729-8BB5-C9FBD916B9C9}"/>
              </a:ext>
            </a:extLst>
          </p:cNvPr>
          <p:cNvSpPr txBox="1"/>
          <p:nvPr/>
        </p:nvSpPr>
        <p:spPr>
          <a:xfrm rot="16200000">
            <a:off x="8469849" y="4029963"/>
            <a:ext cx="3468273" cy="369332"/>
          </a:xfrm>
          <a:prstGeom prst="rect">
            <a:avLst/>
          </a:prstGeom>
          <a:noFill/>
        </p:spPr>
        <p:txBody>
          <a:bodyPr wrap="square">
            <a:spAutoFit/>
          </a:bodyPr>
          <a:lstStyle/>
          <a:p>
            <a:pPr algn="ctr">
              <a:buNone/>
            </a:pPr>
            <a:r>
              <a:rPr lang="en-US" b="1" dirty="0">
                <a:effectLst/>
                <a:latin typeface="Aptos" panose="020B0004020202020204" pitchFamily="34" charset="0"/>
              </a:rPr>
              <a:t>Management</a:t>
            </a:r>
          </a:p>
        </p:txBody>
      </p:sp>
      <p:pic>
        <p:nvPicPr>
          <p:cNvPr id="8" name="Graphic 7">
            <a:extLst>
              <a:ext uri="{FF2B5EF4-FFF2-40B4-BE49-F238E27FC236}">
                <a16:creationId xmlns:a16="http://schemas.microsoft.com/office/drawing/2014/main" id="{B7B67605-3D1D-CEAC-049A-A26B6C9DA4BB}"/>
              </a:ext>
            </a:extLst>
          </p:cNvPr>
          <p:cNvPicPr>
            <a:picLocks noChangeAspect="1"/>
          </p:cNvPicPr>
          <p:nvPr/>
        </p:nvPicPr>
        <p:blipFill>
          <a:blip r:embed="rId4"/>
          <a:srcRect/>
          <a:stretch/>
        </p:blipFill>
        <p:spPr>
          <a:xfrm>
            <a:off x="9987515" y="2759748"/>
            <a:ext cx="442160" cy="433692"/>
          </a:xfrm>
          <a:prstGeom prst="rect">
            <a:avLst/>
          </a:prstGeom>
        </p:spPr>
      </p:pic>
      <p:pic>
        <p:nvPicPr>
          <p:cNvPr id="10" name="Graphic 9">
            <a:extLst>
              <a:ext uri="{FF2B5EF4-FFF2-40B4-BE49-F238E27FC236}">
                <a16:creationId xmlns:a16="http://schemas.microsoft.com/office/drawing/2014/main" id="{8E13779F-66AA-E4B0-1D73-A30EC90BE8F3}"/>
              </a:ext>
            </a:extLst>
          </p:cNvPr>
          <p:cNvPicPr>
            <a:picLocks noChangeAspect="1"/>
          </p:cNvPicPr>
          <p:nvPr/>
        </p:nvPicPr>
        <p:blipFill>
          <a:blip r:embed="rId5"/>
          <a:srcRect/>
          <a:stretch/>
        </p:blipFill>
        <p:spPr>
          <a:xfrm>
            <a:off x="1725196" y="5000318"/>
            <a:ext cx="508189" cy="512279"/>
          </a:xfrm>
          <a:prstGeom prst="rect">
            <a:avLst/>
          </a:prstGeom>
        </p:spPr>
      </p:pic>
      <p:pic>
        <p:nvPicPr>
          <p:cNvPr id="25" name="Graphic 24">
            <a:extLst>
              <a:ext uri="{FF2B5EF4-FFF2-40B4-BE49-F238E27FC236}">
                <a16:creationId xmlns:a16="http://schemas.microsoft.com/office/drawing/2014/main" id="{2E30539F-4BDB-CA17-993F-F09D31839554}"/>
              </a:ext>
            </a:extLst>
          </p:cNvPr>
          <p:cNvPicPr>
            <a:picLocks noChangeAspect="1"/>
          </p:cNvPicPr>
          <p:nvPr/>
        </p:nvPicPr>
        <p:blipFill>
          <a:blip r:embed="rId6"/>
          <a:srcRect/>
          <a:stretch/>
        </p:blipFill>
        <p:spPr>
          <a:xfrm>
            <a:off x="1777675" y="1398485"/>
            <a:ext cx="339494" cy="493149"/>
          </a:xfrm>
          <a:prstGeom prst="rect">
            <a:avLst/>
          </a:prstGeom>
        </p:spPr>
      </p:pic>
      <p:pic>
        <p:nvPicPr>
          <p:cNvPr id="42" name="Graphic 41">
            <a:extLst>
              <a:ext uri="{FF2B5EF4-FFF2-40B4-BE49-F238E27FC236}">
                <a16:creationId xmlns:a16="http://schemas.microsoft.com/office/drawing/2014/main" id="{5B7D0B11-4746-3F22-BE68-F181F3A73ED3}"/>
              </a:ext>
            </a:extLst>
          </p:cNvPr>
          <p:cNvPicPr>
            <a:picLocks noChangeAspect="1"/>
          </p:cNvPicPr>
          <p:nvPr/>
        </p:nvPicPr>
        <p:blipFill>
          <a:blip r:embed="rId7"/>
          <a:srcRect/>
          <a:stretch/>
        </p:blipFill>
        <p:spPr>
          <a:xfrm>
            <a:off x="10030947" y="2078122"/>
            <a:ext cx="314271" cy="563804"/>
          </a:xfrm>
          <a:prstGeom prst="rect">
            <a:avLst/>
          </a:prstGeom>
        </p:spPr>
      </p:pic>
      <p:pic>
        <p:nvPicPr>
          <p:cNvPr id="46" name="Graphic 45">
            <a:extLst>
              <a:ext uri="{FF2B5EF4-FFF2-40B4-BE49-F238E27FC236}">
                <a16:creationId xmlns:a16="http://schemas.microsoft.com/office/drawing/2014/main" id="{DFEAED4B-58B4-0C90-2D0D-037633342BF5}"/>
              </a:ext>
            </a:extLst>
          </p:cNvPr>
          <p:cNvPicPr>
            <a:picLocks noChangeAspect="1"/>
          </p:cNvPicPr>
          <p:nvPr/>
        </p:nvPicPr>
        <p:blipFill>
          <a:blip r:embed="rId8"/>
          <a:srcRect/>
          <a:stretch/>
        </p:blipFill>
        <p:spPr>
          <a:xfrm>
            <a:off x="2430719" y="5012844"/>
            <a:ext cx="316677" cy="515252"/>
          </a:xfrm>
          <a:prstGeom prst="rect">
            <a:avLst/>
          </a:prstGeom>
        </p:spPr>
      </p:pic>
      <p:pic>
        <p:nvPicPr>
          <p:cNvPr id="7" name="Graphic 6">
            <a:extLst>
              <a:ext uri="{FF2B5EF4-FFF2-40B4-BE49-F238E27FC236}">
                <a16:creationId xmlns:a16="http://schemas.microsoft.com/office/drawing/2014/main" id="{BFF5035E-1768-05DE-B678-83E6C3DC08B8}"/>
              </a:ext>
            </a:extLst>
          </p:cNvPr>
          <p:cNvPicPr>
            <a:picLocks noChangeAspect="1"/>
          </p:cNvPicPr>
          <p:nvPr/>
        </p:nvPicPr>
        <p:blipFill>
          <a:blip r:embed="rId9"/>
          <a:srcRect/>
          <a:stretch/>
        </p:blipFill>
        <p:spPr>
          <a:xfrm>
            <a:off x="9226887" y="2086906"/>
            <a:ext cx="467547" cy="511582"/>
          </a:xfrm>
          <a:prstGeom prst="rect">
            <a:avLst/>
          </a:prstGeom>
        </p:spPr>
      </p:pic>
      <p:pic>
        <p:nvPicPr>
          <p:cNvPr id="9" name="Graphic 8">
            <a:extLst>
              <a:ext uri="{FF2B5EF4-FFF2-40B4-BE49-F238E27FC236}">
                <a16:creationId xmlns:a16="http://schemas.microsoft.com/office/drawing/2014/main" id="{F211DE9D-86BE-E494-7A5A-7A21666A9CEA}"/>
              </a:ext>
            </a:extLst>
          </p:cNvPr>
          <p:cNvPicPr>
            <a:picLocks noChangeAspect="1"/>
          </p:cNvPicPr>
          <p:nvPr/>
        </p:nvPicPr>
        <p:blipFill>
          <a:blip r:embed="rId10"/>
          <a:srcRect/>
          <a:stretch/>
        </p:blipFill>
        <p:spPr>
          <a:xfrm>
            <a:off x="2291284" y="2045548"/>
            <a:ext cx="437102" cy="555972"/>
          </a:xfrm>
          <a:prstGeom prst="rect">
            <a:avLst/>
          </a:prstGeom>
        </p:spPr>
      </p:pic>
      <p:pic>
        <p:nvPicPr>
          <p:cNvPr id="11" name="Graphic 10">
            <a:extLst>
              <a:ext uri="{FF2B5EF4-FFF2-40B4-BE49-F238E27FC236}">
                <a16:creationId xmlns:a16="http://schemas.microsoft.com/office/drawing/2014/main" id="{0FC537A0-65CA-95B5-4E92-589EF4882188}"/>
              </a:ext>
            </a:extLst>
          </p:cNvPr>
          <p:cNvPicPr>
            <a:picLocks noChangeAspect="1"/>
          </p:cNvPicPr>
          <p:nvPr/>
        </p:nvPicPr>
        <p:blipFill>
          <a:blip r:embed="rId11"/>
          <a:srcRect/>
          <a:stretch/>
        </p:blipFill>
        <p:spPr>
          <a:xfrm>
            <a:off x="1754910" y="2049187"/>
            <a:ext cx="400586" cy="542126"/>
          </a:xfrm>
          <a:prstGeom prst="rect">
            <a:avLst/>
          </a:prstGeom>
        </p:spPr>
      </p:pic>
      <p:pic>
        <p:nvPicPr>
          <p:cNvPr id="19" name="Graphic 18">
            <a:extLst>
              <a:ext uri="{FF2B5EF4-FFF2-40B4-BE49-F238E27FC236}">
                <a16:creationId xmlns:a16="http://schemas.microsoft.com/office/drawing/2014/main" id="{CAC31DDA-4081-6817-671D-284E9108893D}"/>
              </a:ext>
            </a:extLst>
          </p:cNvPr>
          <p:cNvPicPr>
            <a:picLocks noChangeAspect="1"/>
          </p:cNvPicPr>
          <p:nvPr/>
        </p:nvPicPr>
        <p:blipFill>
          <a:blip r:embed="rId12"/>
          <a:srcRect/>
          <a:stretch/>
        </p:blipFill>
        <p:spPr>
          <a:xfrm>
            <a:off x="1754910" y="2791536"/>
            <a:ext cx="396712" cy="565852"/>
          </a:xfrm>
          <a:prstGeom prst="rect">
            <a:avLst/>
          </a:prstGeom>
        </p:spPr>
      </p:pic>
      <p:pic>
        <p:nvPicPr>
          <p:cNvPr id="24" name="Graphic 23">
            <a:extLst>
              <a:ext uri="{FF2B5EF4-FFF2-40B4-BE49-F238E27FC236}">
                <a16:creationId xmlns:a16="http://schemas.microsoft.com/office/drawing/2014/main" id="{9757C319-B952-C83D-1F0B-0290F5637997}"/>
              </a:ext>
            </a:extLst>
          </p:cNvPr>
          <p:cNvPicPr>
            <a:picLocks noChangeAspect="1"/>
          </p:cNvPicPr>
          <p:nvPr/>
        </p:nvPicPr>
        <p:blipFill>
          <a:blip r:embed="rId13"/>
          <a:srcRect/>
          <a:stretch/>
        </p:blipFill>
        <p:spPr>
          <a:xfrm>
            <a:off x="1699167" y="3532704"/>
            <a:ext cx="471244" cy="571495"/>
          </a:xfrm>
          <a:prstGeom prst="rect">
            <a:avLst/>
          </a:prstGeom>
        </p:spPr>
      </p:pic>
      <p:pic>
        <p:nvPicPr>
          <p:cNvPr id="26" name="Graphic 25">
            <a:extLst>
              <a:ext uri="{FF2B5EF4-FFF2-40B4-BE49-F238E27FC236}">
                <a16:creationId xmlns:a16="http://schemas.microsoft.com/office/drawing/2014/main" id="{E6CCB4FD-5C4A-8D11-BCCE-98376365D6F9}"/>
              </a:ext>
            </a:extLst>
          </p:cNvPr>
          <p:cNvPicPr>
            <a:picLocks noChangeAspect="1"/>
          </p:cNvPicPr>
          <p:nvPr/>
        </p:nvPicPr>
        <p:blipFill>
          <a:blip r:embed="rId14"/>
          <a:srcRect/>
          <a:stretch/>
        </p:blipFill>
        <p:spPr>
          <a:xfrm>
            <a:off x="2352035" y="4284644"/>
            <a:ext cx="467615" cy="544303"/>
          </a:xfrm>
          <a:prstGeom prst="rect">
            <a:avLst/>
          </a:prstGeom>
        </p:spPr>
      </p:pic>
      <p:pic>
        <p:nvPicPr>
          <p:cNvPr id="27" name="Graphic 26">
            <a:extLst>
              <a:ext uri="{FF2B5EF4-FFF2-40B4-BE49-F238E27FC236}">
                <a16:creationId xmlns:a16="http://schemas.microsoft.com/office/drawing/2014/main" id="{6D418F29-98B4-C5CE-E06F-7AFA7682B2D7}"/>
              </a:ext>
            </a:extLst>
          </p:cNvPr>
          <p:cNvPicPr>
            <a:picLocks noChangeAspect="1"/>
          </p:cNvPicPr>
          <p:nvPr/>
        </p:nvPicPr>
        <p:blipFill>
          <a:blip r:embed="rId15"/>
          <a:srcRect/>
          <a:stretch/>
        </p:blipFill>
        <p:spPr>
          <a:xfrm>
            <a:off x="1728054" y="4242994"/>
            <a:ext cx="477992" cy="597490"/>
          </a:xfrm>
          <a:prstGeom prst="rect">
            <a:avLst/>
          </a:prstGeom>
        </p:spPr>
      </p:pic>
      <p:pic>
        <p:nvPicPr>
          <p:cNvPr id="6" name="Graphic 5">
            <a:extLst>
              <a:ext uri="{FF2B5EF4-FFF2-40B4-BE49-F238E27FC236}">
                <a16:creationId xmlns:a16="http://schemas.microsoft.com/office/drawing/2014/main" id="{74E18C16-467B-C5D3-FF3E-66F26EB593DE}"/>
              </a:ext>
            </a:extLst>
          </p:cNvPr>
          <p:cNvPicPr>
            <a:picLocks noChangeAspect="1"/>
          </p:cNvPicPr>
          <p:nvPr/>
        </p:nvPicPr>
        <p:blipFill>
          <a:blip r:embed="rId16"/>
          <a:srcRect/>
          <a:stretch/>
        </p:blipFill>
        <p:spPr>
          <a:xfrm>
            <a:off x="2302740" y="1366371"/>
            <a:ext cx="425491" cy="557281"/>
          </a:xfrm>
          <a:prstGeom prst="rect">
            <a:avLst/>
          </a:prstGeom>
        </p:spPr>
      </p:pic>
      <p:sp>
        <p:nvSpPr>
          <p:cNvPr id="4" name="Title 1">
            <a:extLst>
              <a:ext uri="{FF2B5EF4-FFF2-40B4-BE49-F238E27FC236}">
                <a16:creationId xmlns:a16="http://schemas.microsoft.com/office/drawing/2014/main" id="{EE89A1F1-B430-821E-6BCA-114AE78DAB73}"/>
              </a:ext>
            </a:extLst>
          </p:cNvPr>
          <p:cNvSpPr txBox="1">
            <a:spLocks/>
          </p:cNvSpPr>
          <p:nvPr/>
        </p:nvSpPr>
        <p:spPr>
          <a:xfrm>
            <a:off x="624840" y="574579"/>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000" b="1" dirty="0"/>
              <a:t>Projects</a:t>
            </a:r>
          </a:p>
        </p:txBody>
      </p:sp>
      <p:pic>
        <p:nvPicPr>
          <p:cNvPr id="15" name="Graphic 14">
            <a:extLst>
              <a:ext uri="{FF2B5EF4-FFF2-40B4-BE49-F238E27FC236}">
                <a16:creationId xmlns:a16="http://schemas.microsoft.com/office/drawing/2014/main" id="{D7108679-B08D-18C2-EF0C-6829A5C9577C}"/>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8444280" y="2028432"/>
            <a:ext cx="544574" cy="544574"/>
          </a:xfrm>
          <a:prstGeom prst="rect">
            <a:avLst/>
          </a:prstGeom>
        </p:spPr>
      </p:pic>
    </p:spTree>
    <p:extLst>
      <p:ext uri="{BB962C8B-B14F-4D97-AF65-F5344CB8AC3E}">
        <p14:creationId xmlns:p14="http://schemas.microsoft.com/office/powerpoint/2010/main" val="17078656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3253BA9-604F-3FF8-C697-5AEF7B55C31B}"/>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639A23C9-6354-EF30-F65F-6A11EC076896}"/>
              </a:ext>
            </a:extLst>
          </p:cNvPr>
          <p:cNvSpPr/>
          <p:nvPr/>
        </p:nvSpPr>
        <p:spPr>
          <a:xfrm>
            <a:off x="253218" y="488514"/>
            <a:ext cx="11633982" cy="6087649"/>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F472BD6C-EA0E-3CBB-7C7F-C189D210343D}"/>
              </a:ext>
            </a:extLst>
          </p:cNvPr>
          <p:cNvSpPr/>
          <p:nvPr/>
        </p:nvSpPr>
        <p:spPr>
          <a:xfrm>
            <a:off x="253218" y="5345095"/>
            <a:ext cx="11633982" cy="1154891"/>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A5A870-1660-026A-3C3E-6A7E20C376B3}"/>
              </a:ext>
            </a:extLst>
          </p:cNvPr>
          <p:cNvSpPr/>
          <p:nvPr/>
        </p:nvSpPr>
        <p:spPr>
          <a:xfrm>
            <a:off x="253218" y="1115773"/>
            <a:ext cx="11633982" cy="339043"/>
          </a:xfrm>
          <a:prstGeom prst="rect">
            <a:avLst/>
          </a:prstGeom>
          <a:gradFill>
            <a:gsLst>
              <a:gs pos="80000">
                <a:srgbClr val="C3DCF3"/>
              </a:gs>
              <a:gs pos="19000">
                <a:srgbClr val="C4DCF3"/>
              </a:gs>
              <a:gs pos="0">
                <a:srgbClr val="F6FBFF"/>
              </a:gs>
              <a:gs pos="51000">
                <a:schemeClr val="tx2">
                  <a:lumMod val="25000"/>
                  <a:lumOff val="75000"/>
                </a:schemeClr>
              </a:gs>
              <a:gs pos="100000">
                <a:srgbClr val="F6FBFF"/>
              </a:gs>
            </a:gsLst>
            <a:lin ang="2155275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Rectangle 55">
            <a:extLst>
              <a:ext uri="{FF2B5EF4-FFF2-40B4-BE49-F238E27FC236}">
                <a16:creationId xmlns:a16="http://schemas.microsoft.com/office/drawing/2014/main" id="{361EB30E-C23F-E5A8-C256-6077E5AF9C85}"/>
              </a:ext>
            </a:extLst>
          </p:cNvPr>
          <p:cNvSpPr/>
          <p:nvPr/>
        </p:nvSpPr>
        <p:spPr>
          <a:xfrm>
            <a:off x="253218" y="2713664"/>
            <a:ext cx="11633982" cy="339043"/>
          </a:xfrm>
          <a:prstGeom prst="rect">
            <a:avLst/>
          </a:prstGeom>
          <a:gradFill>
            <a:gsLst>
              <a:gs pos="76000">
                <a:srgbClr val="85B6E5"/>
              </a:gs>
              <a:gs pos="22000">
                <a:srgbClr val="8DBBE7"/>
              </a:gs>
              <a:gs pos="0">
                <a:srgbClr val="F6FBFF"/>
              </a:gs>
              <a:gs pos="51000">
                <a:schemeClr val="tx2">
                  <a:lumMod val="50000"/>
                  <a:lumOff val="50000"/>
                </a:schemeClr>
              </a:gs>
              <a:gs pos="100000">
                <a:srgbClr val="F6FBFF"/>
              </a:gs>
            </a:gsLst>
            <a:lin ang="2155275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TextBox 27">
            <a:extLst>
              <a:ext uri="{FF2B5EF4-FFF2-40B4-BE49-F238E27FC236}">
                <a16:creationId xmlns:a16="http://schemas.microsoft.com/office/drawing/2014/main" id="{B905DA83-BC66-611E-BB32-97753BF74C9D}"/>
              </a:ext>
            </a:extLst>
          </p:cNvPr>
          <p:cNvSpPr txBox="1"/>
          <p:nvPr/>
        </p:nvSpPr>
        <p:spPr>
          <a:xfrm>
            <a:off x="4361863" y="594363"/>
            <a:ext cx="3468273" cy="400110"/>
          </a:xfrm>
          <a:prstGeom prst="rect">
            <a:avLst/>
          </a:prstGeom>
          <a:noFill/>
        </p:spPr>
        <p:txBody>
          <a:bodyPr wrap="square">
            <a:spAutoFit/>
          </a:bodyPr>
          <a:lstStyle/>
          <a:p>
            <a:pPr algn="ctr">
              <a:buNone/>
            </a:pPr>
            <a:r>
              <a:rPr lang="en-US" sz="2000" b="1" dirty="0">
                <a:effectLst/>
                <a:latin typeface="Aptos" panose="020B0004020202020204" pitchFamily="34" charset="0"/>
              </a:rPr>
              <a:t>Members</a:t>
            </a:r>
          </a:p>
        </p:txBody>
      </p:sp>
      <p:sp>
        <p:nvSpPr>
          <p:cNvPr id="58" name="Rectangle 57">
            <a:extLst>
              <a:ext uri="{FF2B5EF4-FFF2-40B4-BE49-F238E27FC236}">
                <a16:creationId xmlns:a16="http://schemas.microsoft.com/office/drawing/2014/main" id="{822F7ACB-4EC4-330F-62AA-7F8C07255DD3}"/>
              </a:ext>
            </a:extLst>
          </p:cNvPr>
          <p:cNvSpPr/>
          <p:nvPr/>
        </p:nvSpPr>
        <p:spPr>
          <a:xfrm>
            <a:off x="245464" y="5361529"/>
            <a:ext cx="11633982" cy="339043"/>
          </a:xfrm>
          <a:prstGeom prst="rect">
            <a:avLst/>
          </a:prstGeom>
          <a:gradFill>
            <a:gsLst>
              <a:gs pos="0">
                <a:srgbClr val="F6FBFF"/>
              </a:gs>
              <a:gs pos="79000">
                <a:srgbClr val="7B93AA"/>
              </a:gs>
              <a:gs pos="21000">
                <a:srgbClr val="7B93AA"/>
              </a:gs>
              <a:gs pos="51000">
                <a:srgbClr val="163E64"/>
              </a:gs>
              <a:gs pos="100000">
                <a:srgbClr val="F6FBFF"/>
              </a:gs>
            </a:gsLst>
            <a:lin ang="2155275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TextBox 36">
            <a:extLst>
              <a:ext uri="{FF2B5EF4-FFF2-40B4-BE49-F238E27FC236}">
                <a16:creationId xmlns:a16="http://schemas.microsoft.com/office/drawing/2014/main" id="{C6AE36AE-3555-CBCE-D697-72836633809A}"/>
              </a:ext>
            </a:extLst>
          </p:cNvPr>
          <p:cNvSpPr txBox="1"/>
          <p:nvPr/>
        </p:nvSpPr>
        <p:spPr>
          <a:xfrm>
            <a:off x="4361862" y="1100905"/>
            <a:ext cx="3468273" cy="369332"/>
          </a:xfrm>
          <a:prstGeom prst="rect">
            <a:avLst/>
          </a:prstGeom>
          <a:noFill/>
        </p:spPr>
        <p:txBody>
          <a:bodyPr wrap="square">
            <a:spAutoFit/>
          </a:bodyPr>
          <a:lstStyle/>
          <a:p>
            <a:pPr algn="ctr">
              <a:buNone/>
            </a:pPr>
            <a:r>
              <a:rPr lang="en-US" b="1" dirty="0">
                <a:effectLst/>
                <a:latin typeface="Aptos" panose="020B0004020202020204" pitchFamily="34" charset="0"/>
              </a:rPr>
              <a:t>Premier Members</a:t>
            </a:r>
          </a:p>
        </p:txBody>
      </p:sp>
      <p:sp>
        <p:nvSpPr>
          <p:cNvPr id="39" name="TextBox 38">
            <a:extLst>
              <a:ext uri="{FF2B5EF4-FFF2-40B4-BE49-F238E27FC236}">
                <a16:creationId xmlns:a16="http://schemas.microsoft.com/office/drawing/2014/main" id="{567F6794-0B05-8CB3-BB13-389AE72A8D61}"/>
              </a:ext>
            </a:extLst>
          </p:cNvPr>
          <p:cNvSpPr txBox="1"/>
          <p:nvPr/>
        </p:nvSpPr>
        <p:spPr>
          <a:xfrm>
            <a:off x="4361861" y="2708686"/>
            <a:ext cx="3468273" cy="369332"/>
          </a:xfrm>
          <a:prstGeom prst="rect">
            <a:avLst/>
          </a:prstGeom>
          <a:noFill/>
        </p:spPr>
        <p:txBody>
          <a:bodyPr wrap="square">
            <a:spAutoFit/>
          </a:bodyPr>
          <a:lstStyle/>
          <a:p>
            <a:pPr algn="ctr">
              <a:buNone/>
            </a:pPr>
            <a:r>
              <a:rPr lang="en-US" b="1" dirty="0">
                <a:effectLst/>
                <a:latin typeface="Aptos" panose="020B0004020202020204" pitchFamily="34" charset="0"/>
              </a:rPr>
              <a:t>General Members</a:t>
            </a:r>
          </a:p>
        </p:txBody>
      </p:sp>
      <p:sp>
        <p:nvSpPr>
          <p:cNvPr id="6" name="TextBox 5">
            <a:extLst>
              <a:ext uri="{FF2B5EF4-FFF2-40B4-BE49-F238E27FC236}">
                <a16:creationId xmlns:a16="http://schemas.microsoft.com/office/drawing/2014/main" id="{C340B828-7A3B-C524-8A71-F04357D823A0}"/>
              </a:ext>
            </a:extLst>
          </p:cNvPr>
          <p:cNvSpPr txBox="1"/>
          <p:nvPr/>
        </p:nvSpPr>
        <p:spPr>
          <a:xfrm>
            <a:off x="4361861" y="5349068"/>
            <a:ext cx="3468273" cy="369332"/>
          </a:xfrm>
          <a:prstGeom prst="rect">
            <a:avLst/>
          </a:prstGeom>
          <a:noFill/>
        </p:spPr>
        <p:txBody>
          <a:bodyPr wrap="square">
            <a:spAutoFit/>
          </a:bodyPr>
          <a:lstStyle/>
          <a:p>
            <a:pPr algn="ctr">
              <a:buNone/>
            </a:pPr>
            <a:r>
              <a:rPr lang="en-US" b="1" dirty="0">
                <a:solidFill>
                  <a:schemeClr val="bg1">
                    <a:lumMod val="95000"/>
                  </a:schemeClr>
                </a:solidFill>
                <a:effectLst/>
                <a:latin typeface="Aptos" panose="020B0004020202020204" pitchFamily="34" charset="0"/>
              </a:rPr>
              <a:t>Associate Members</a:t>
            </a:r>
          </a:p>
        </p:txBody>
      </p:sp>
      <p:pic>
        <p:nvPicPr>
          <p:cNvPr id="7" name="Graphic 6">
            <a:extLst>
              <a:ext uri="{FF2B5EF4-FFF2-40B4-BE49-F238E27FC236}">
                <a16:creationId xmlns:a16="http://schemas.microsoft.com/office/drawing/2014/main" id="{27C42294-75CA-ACF3-9B4C-BBD004C7B674}"/>
              </a:ext>
            </a:extLst>
          </p:cNvPr>
          <p:cNvPicPr>
            <a:picLocks noChangeAspect="1"/>
          </p:cNvPicPr>
          <p:nvPr/>
        </p:nvPicPr>
        <p:blipFill>
          <a:blip r:embed="rId3"/>
          <a:srcRect/>
          <a:stretch/>
        </p:blipFill>
        <p:spPr>
          <a:xfrm>
            <a:off x="4400784" y="1813935"/>
            <a:ext cx="879088" cy="434222"/>
          </a:xfrm>
          <a:prstGeom prst="rect">
            <a:avLst/>
          </a:prstGeom>
        </p:spPr>
      </p:pic>
      <p:pic>
        <p:nvPicPr>
          <p:cNvPr id="9" name="Graphic 8">
            <a:extLst>
              <a:ext uri="{FF2B5EF4-FFF2-40B4-BE49-F238E27FC236}">
                <a16:creationId xmlns:a16="http://schemas.microsoft.com/office/drawing/2014/main" id="{D443124C-666F-94A2-D54D-B94B82C38F6E}"/>
              </a:ext>
            </a:extLst>
          </p:cNvPr>
          <p:cNvPicPr>
            <a:picLocks noChangeAspect="1"/>
          </p:cNvPicPr>
          <p:nvPr/>
        </p:nvPicPr>
        <p:blipFill>
          <a:blip r:embed="rId4"/>
          <a:srcRect/>
          <a:stretch/>
        </p:blipFill>
        <p:spPr>
          <a:xfrm>
            <a:off x="5770702" y="1721874"/>
            <a:ext cx="1943164" cy="658480"/>
          </a:xfrm>
          <a:prstGeom prst="rect">
            <a:avLst/>
          </a:prstGeom>
        </p:spPr>
      </p:pic>
      <p:pic>
        <p:nvPicPr>
          <p:cNvPr id="12" name="Graphic 11">
            <a:extLst>
              <a:ext uri="{FF2B5EF4-FFF2-40B4-BE49-F238E27FC236}">
                <a16:creationId xmlns:a16="http://schemas.microsoft.com/office/drawing/2014/main" id="{DBC0358E-1A7A-9D84-29B9-39B47AD6E59B}"/>
              </a:ext>
            </a:extLst>
          </p:cNvPr>
          <p:cNvPicPr>
            <a:picLocks noChangeAspect="1"/>
          </p:cNvPicPr>
          <p:nvPr/>
        </p:nvPicPr>
        <p:blipFill>
          <a:blip r:embed="rId5"/>
          <a:srcRect/>
          <a:stretch/>
        </p:blipFill>
        <p:spPr>
          <a:xfrm>
            <a:off x="8229129" y="1865086"/>
            <a:ext cx="2068732" cy="459718"/>
          </a:xfrm>
          <a:prstGeom prst="rect">
            <a:avLst/>
          </a:prstGeom>
        </p:spPr>
      </p:pic>
      <p:pic>
        <p:nvPicPr>
          <p:cNvPr id="18" name="Graphic 17">
            <a:extLst>
              <a:ext uri="{FF2B5EF4-FFF2-40B4-BE49-F238E27FC236}">
                <a16:creationId xmlns:a16="http://schemas.microsoft.com/office/drawing/2014/main" id="{7FB9B600-0A3E-412E-6C37-B877F718C116}"/>
              </a:ext>
            </a:extLst>
          </p:cNvPr>
          <p:cNvPicPr>
            <a:picLocks noChangeAspect="1"/>
          </p:cNvPicPr>
          <p:nvPr/>
        </p:nvPicPr>
        <p:blipFill>
          <a:blip r:embed="rId6"/>
          <a:srcRect/>
          <a:stretch/>
        </p:blipFill>
        <p:spPr>
          <a:xfrm>
            <a:off x="2367640" y="1737758"/>
            <a:ext cx="1306198" cy="602861"/>
          </a:xfrm>
          <a:prstGeom prst="rect">
            <a:avLst/>
          </a:prstGeom>
        </p:spPr>
      </p:pic>
      <p:pic>
        <p:nvPicPr>
          <p:cNvPr id="21" name="Graphic 20">
            <a:extLst>
              <a:ext uri="{FF2B5EF4-FFF2-40B4-BE49-F238E27FC236}">
                <a16:creationId xmlns:a16="http://schemas.microsoft.com/office/drawing/2014/main" id="{C0D70158-30AF-3998-F001-DD446A5378FD}"/>
              </a:ext>
            </a:extLst>
          </p:cNvPr>
          <p:cNvPicPr>
            <a:picLocks noChangeAspect="1"/>
          </p:cNvPicPr>
          <p:nvPr/>
        </p:nvPicPr>
        <p:blipFill>
          <a:blip r:embed="rId7"/>
          <a:srcRect/>
          <a:stretch/>
        </p:blipFill>
        <p:spPr>
          <a:xfrm>
            <a:off x="1103085" y="3417232"/>
            <a:ext cx="1636615" cy="350932"/>
          </a:xfrm>
          <a:prstGeom prst="rect">
            <a:avLst/>
          </a:prstGeom>
        </p:spPr>
      </p:pic>
      <p:pic>
        <p:nvPicPr>
          <p:cNvPr id="23" name="Graphic 22">
            <a:extLst>
              <a:ext uri="{FF2B5EF4-FFF2-40B4-BE49-F238E27FC236}">
                <a16:creationId xmlns:a16="http://schemas.microsoft.com/office/drawing/2014/main" id="{5DBC520C-5093-FFED-4EB2-6B654D4E804E}"/>
              </a:ext>
            </a:extLst>
          </p:cNvPr>
          <p:cNvPicPr>
            <a:picLocks noChangeAspect="1"/>
          </p:cNvPicPr>
          <p:nvPr/>
        </p:nvPicPr>
        <p:blipFill>
          <a:blip r:embed="rId8"/>
          <a:srcRect/>
          <a:stretch/>
        </p:blipFill>
        <p:spPr>
          <a:xfrm>
            <a:off x="7583349" y="3370737"/>
            <a:ext cx="1484068" cy="335620"/>
          </a:xfrm>
          <a:prstGeom prst="rect">
            <a:avLst/>
          </a:prstGeom>
        </p:spPr>
      </p:pic>
      <p:pic>
        <p:nvPicPr>
          <p:cNvPr id="27" name="Graphic 26">
            <a:extLst>
              <a:ext uri="{FF2B5EF4-FFF2-40B4-BE49-F238E27FC236}">
                <a16:creationId xmlns:a16="http://schemas.microsoft.com/office/drawing/2014/main" id="{93EC5106-C13E-1A97-D0E9-7DF45F9A631D}"/>
              </a:ext>
            </a:extLst>
          </p:cNvPr>
          <p:cNvPicPr>
            <a:picLocks noChangeAspect="1"/>
          </p:cNvPicPr>
          <p:nvPr/>
        </p:nvPicPr>
        <p:blipFill>
          <a:blip r:embed="rId9"/>
          <a:srcRect/>
          <a:stretch/>
        </p:blipFill>
        <p:spPr>
          <a:xfrm>
            <a:off x="9716539" y="3403239"/>
            <a:ext cx="1102527" cy="330758"/>
          </a:xfrm>
          <a:prstGeom prst="rect">
            <a:avLst/>
          </a:prstGeom>
        </p:spPr>
      </p:pic>
      <p:pic>
        <p:nvPicPr>
          <p:cNvPr id="34" name="Graphic 33">
            <a:extLst>
              <a:ext uri="{FF2B5EF4-FFF2-40B4-BE49-F238E27FC236}">
                <a16:creationId xmlns:a16="http://schemas.microsoft.com/office/drawing/2014/main" id="{CBF6991F-5648-44F1-DC25-D6E77ACBF125}"/>
              </a:ext>
            </a:extLst>
          </p:cNvPr>
          <p:cNvPicPr>
            <a:picLocks noChangeAspect="1"/>
          </p:cNvPicPr>
          <p:nvPr/>
        </p:nvPicPr>
        <p:blipFill>
          <a:blip r:embed="rId10"/>
          <a:srcRect/>
          <a:stretch/>
        </p:blipFill>
        <p:spPr>
          <a:xfrm>
            <a:off x="1193325" y="4064146"/>
            <a:ext cx="1456133" cy="348099"/>
          </a:xfrm>
          <a:prstGeom prst="rect">
            <a:avLst/>
          </a:prstGeom>
        </p:spPr>
      </p:pic>
      <p:pic>
        <p:nvPicPr>
          <p:cNvPr id="36" name="Graphic 35">
            <a:extLst>
              <a:ext uri="{FF2B5EF4-FFF2-40B4-BE49-F238E27FC236}">
                <a16:creationId xmlns:a16="http://schemas.microsoft.com/office/drawing/2014/main" id="{8D27CDC8-7DB5-9C69-39DD-03FD0A67ED47}"/>
              </a:ext>
            </a:extLst>
          </p:cNvPr>
          <p:cNvPicPr>
            <a:picLocks noChangeAspect="1"/>
          </p:cNvPicPr>
          <p:nvPr/>
        </p:nvPicPr>
        <p:blipFill>
          <a:blip r:embed="rId11"/>
          <a:srcRect/>
          <a:stretch/>
        </p:blipFill>
        <p:spPr>
          <a:xfrm>
            <a:off x="8016931" y="4685517"/>
            <a:ext cx="1290335" cy="405784"/>
          </a:xfrm>
          <a:prstGeom prst="rect">
            <a:avLst/>
          </a:prstGeom>
        </p:spPr>
      </p:pic>
      <p:pic>
        <p:nvPicPr>
          <p:cNvPr id="41" name="Graphic 40">
            <a:extLst>
              <a:ext uri="{FF2B5EF4-FFF2-40B4-BE49-F238E27FC236}">
                <a16:creationId xmlns:a16="http://schemas.microsoft.com/office/drawing/2014/main" id="{725FBF59-8C7E-39E5-3955-8E3A64498C5F}"/>
              </a:ext>
            </a:extLst>
          </p:cNvPr>
          <p:cNvPicPr>
            <a:picLocks noChangeAspect="1"/>
          </p:cNvPicPr>
          <p:nvPr/>
        </p:nvPicPr>
        <p:blipFill>
          <a:blip r:embed="rId12"/>
          <a:srcRect/>
          <a:stretch/>
        </p:blipFill>
        <p:spPr>
          <a:xfrm>
            <a:off x="7377383" y="3982030"/>
            <a:ext cx="1246748" cy="392749"/>
          </a:xfrm>
          <a:prstGeom prst="rect">
            <a:avLst/>
          </a:prstGeom>
        </p:spPr>
      </p:pic>
      <p:pic>
        <p:nvPicPr>
          <p:cNvPr id="43" name="Graphic 42">
            <a:extLst>
              <a:ext uri="{FF2B5EF4-FFF2-40B4-BE49-F238E27FC236}">
                <a16:creationId xmlns:a16="http://schemas.microsoft.com/office/drawing/2014/main" id="{BFC9F945-2928-BA76-669F-C6B73AAFD37C}"/>
              </a:ext>
            </a:extLst>
          </p:cNvPr>
          <p:cNvPicPr>
            <a:picLocks noChangeAspect="1"/>
          </p:cNvPicPr>
          <p:nvPr/>
        </p:nvPicPr>
        <p:blipFill>
          <a:blip r:embed="rId13"/>
          <a:srcRect/>
          <a:stretch/>
        </p:blipFill>
        <p:spPr>
          <a:xfrm>
            <a:off x="5413653" y="4064146"/>
            <a:ext cx="1397787" cy="302102"/>
          </a:xfrm>
          <a:prstGeom prst="rect">
            <a:avLst/>
          </a:prstGeom>
        </p:spPr>
      </p:pic>
      <p:pic>
        <p:nvPicPr>
          <p:cNvPr id="46" name="Graphic 45">
            <a:extLst>
              <a:ext uri="{FF2B5EF4-FFF2-40B4-BE49-F238E27FC236}">
                <a16:creationId xmlns:a16="http://schemas.microsoft.com/office/drawing/2014/main" id="{795A591D-C397-42DE-A6C3-60460AD1EE4D}"/>
              </a:ext>
            </a:extLst>
          </p:cNvPr>
          <p:cNvPicPr>
            <a:picLocks noChangeAspect="1"/>
          </p:cNvPicPr>
          <p:nvPr/>
        </p:nvPicPr>
        <p:blipFill>
          <a:blip r:embed="rId14"/>
          <a:srcRect/>
          <a:stretch/>
        </p:blipFill>
        <p:spPr>
          <a:xfrm>
            <a:off x="9428397" y="3888075"/>
            <a:ext cx="1276480" cy="576327"/>
          </a:xfrm>
          <a:prstGeom prst="rect">
            <a:avLst/>
          </a:prstGeom>
        </p:spPr>
      </p:pic>
      <p:pic>
        <p:nvPicPr>
          <p:cNvPr id="48" name="Graphic 47">
            <a:extLst>
              <a:ext uri="{FF2B5EF4-FFF2-40B4-BE49-F238E27FC236}">
                <a16:creationId xmlns:a16="http://schemas.microsoft.com/office/drawing/2014/main" id="{F07B402E-4891-B673-5FAD-B981AE6EB865}"/>
              </a:ext>
            </a:extLst>
          </p:cNvPr>
          <p:cNvPicPr>
            <a:picLocks noChangeAspect="1"/>
          </p:cNvPicPr>
          <p:nvPr/>
        </p:nvPicPr>
        <p:blipFill>
          <a:blip r:embed="rId15"/>
          <a:srcRect/>
          <a:stretch/>
        </p:blipFill>
        <p:spPr>
          <a:xfrm>
            <a:off x="3154525" y="3449254"/>
            <a:ext cx="1744506" cy="243565"/>
          </a:xfrm>
          <a:prstGeom prst="rect">
            <a:avLst/>
          </a:prstGeom>
        </p:spPr>
      </p:pic>
      <p:pic>
        <p:nvPicPr>
          <p:cNvPr id="51" name="Graphic 50">
            <a:extLst>
              <a:ext uri="{FF2B5EF4-FFF2-40B4-BE49-F238E27FC236}">
                <a16:creationId xmlns:a16="http://schemas.microsoft.com/office/drawing/2014/main" id="{628947EE-53F1-E6DE-10F7-8A05BEAA6FCC}"/>
              </a:ext>
            </a:extLst>
          </p:cNvPr>
          <p:cNvPicPr>
            <a:picLocks noChangeAspect="1"/>
          </p:cNvPicPr>
          <p:nvPr/>
        </p:nvPicPr>
        <p:blipFill>
          <a:blip r:embed="rId16"/>
          <a:srcRect/>
          <a:stretch/>
        </p:blipFill>
        <p:spPr>
          <a:xfrm>
            <a:off x="4942640" y="4782804"/>
            <a:ext cx="1276480" cy="293117"/>
          </a:xfrm>
          <a:prstGeom prst="rect">
            <a:avLst/>
          </a:prstGeom>
        </p:spPr>
      </p:pic>
      <p:pic>
        <p:nvPicPr>
          <p:cNvPr id="53" name="Graphic 52">
            <a:extLst>
              <a:ext uri="{FF2B5EF4-FFF2-40B4-BE49-F238E27FC236}">
                <a16:creationId xmlns:a16="http://schemas.microsoft.com/office/drawing/2014/main" id="{D9207E64-95E2-307E-93A7-5C58CF6818FB}"/>
              </a:ext>
            </a:extLst>
          </p:cNvPr>
          <p:cNvPicPr>
            <a:picLocks noChangeAspect="1"/>
          </p:cNvPicPr>
          <p:nvPr/>
        </p:nvPicPr>
        <p:blipFill>
          <a:blip r:embed="rId17"/>
          <a:srcRect/>
          <a:stretch/>
        </p:blipFill>
        <p:spPr>
          <a:xfrm>
            <a:off x="2627157" y="4776077"/>
            <a:ext cx="1734704" cy="305406"/>
          </a:xfrm>
          <a:prstGeom prst="rect">
            <a:avLst/>
          </a:prstGeom>
        </p:spPr>
      </p:pic>
      <p:pic>
        <p:nvPicPr>
          <p:cNvPr id="61" name="Graphic 60">
            <a:extLst>
              <a:ext uri="{FF2B5EF4-FFF2-40B4-BE49-F238E27FC236}">
                <a16:creationId xmlns:a16="http://schemas.microsoft.com/office/drawing/2014/main" id="{8B766B83-552F-94D0-E29D-94F855A6E565}"/>
              </a:ext>
            </a:extLst>
          </p:cNvPr>
          <p:cNvPicPr>
            <a:picLocks noChangeAspect="1"/>
          </p:cNvPicPr>
          <p:nvPr/>
        </p:nvPicPr>
        <p:blipFill>
          <a:blip r:embed="rId18"/>
          <a:srcRect/>
          <a:stretch/>
        </p:blipFill>
        <p:spPr>
          <a:xfrm>
            <a:off x="7246890" y="6005403"/>
            <a:ext cx="1556579" cy="316592"/>
          </a:xfrm>
          <a:prstGeom prst="rect">
            <a:avLst/>
          </a:prstGeom>
        </p:spPr>
      </p:pic>
      <p:pic>
        <p:nvPicPr>
          <p:cNvPr id="64" name="Graphic 63">
            <a:extLst>
              <a:ext uri="{FF2B5EF4-FFF2-40B4-BE49-F238E27FC236}">
                <a16:creationId xmlns:a16="http://schemas.microsoft.com/office/drawing/2014/main" id="{38F0FFB7-73D1-77EE-804D-AE42A8D3BEEF}"/>
              </a:ext>
            </a:extLst>
          </p:cNvPr>
          <p:cNvPicPr>
            <a:picLocks noChangeAspect="1"/>
          </p:cNvPicPr>
          <p:nvPr/>
        </p:nvPicPr>
        <p:blipFill>
          <a:blip r:embed="rId19"/>
          <a:srcRect/>
          <a:stretch/>
        </p:blipFill>
        <p:spPr>
          <a:xfrm>
            <a:off x="5624974" y="5988581"/>
            <a:ext cx="1186466" cy="375411"/>
          </a:xfrm>
          <a:prstGeom prst="rect">
            <a:avLst/>
          </a:prstGeom>
        </p:spPr>
      </p:pic>
      <p:pic>
        <p:nvPicPr>
          <p:cNvPr id="67" name="Graphic 66">
            <a:extLst>
              <a:ext uri="{FF2B5EF4-FFF2-40B4-BE49-F238E27FC236}">
                <a16:creationId xmlns:a16="http://schemas.microsoft.com/office/drawing/2014/main" id="{4F84346C-38EE-3D1A-E30F-29272E12BDF2}"/>
              </a:ext>
            </a:extLst>
          </p:cNvPr>
          <p:cNvPicPr>
            <a:picLocks noChangeAspect="1"/>
          </p:cNvPicPr>
          <p:nvPr/>
        </p:nvPicPr>
        <p:blipFill>
          <a:blip r:embed="rId20"/>
          <a:srcRect/>
          <a:stretch/>
        </p:blipFill>
        <p:spPr>
          <a:xfrm>
            <a:off x="3502880" y="5982012"/>
            <a:ext cx="1462264" cy="409587"/>
          </a:xfrm>
          <a:prstGeom prst="rect">
            <a:avLst/>
          </a:prstGeom>
        </p:spPr>
      </p:pic>
      <p:pic>
        <p:nvPicPr>
          <p:cNvPr id="4" name="Graphic 3">
            <a:extLst>
              <a:ext uri="{FF2B5EF4-FFF2-40B4-BE49-F238E27FC236}">
                <a16:creationId xmlns:a16="http://schemas.microsoft.com/office/drawing/2014/main" id="{98E9F0BF-932E-6534-D878-24FE815CC46E}"/>
              </a:ext>
            </a:extLst>
          </p:cNvPr>
          <p:cNvPicPr>
            <a:picLocks noChangeAspect="1"/>
          </p:cNvPicPr>
          <p:nvPr/>
        </p:nvPicPr>
        <p:blipFill>
          <a:blip r:embed="rId21"/>
          <a:srcRect/>
          <a:stretch/>
        </p:blipFill>
        <p:spPr>
          <a:xfrm>
            <a:off x="5527089" y="3420428"/>
            <a:ext cx="1358387" cy="272391"/>
          </a:xfrm>
          <a:prstGeom prst="rect">
            <a:avLst/>
          </a:prstGeom>
        </p:spPr>
      </p:pic>
      <p:pic>
        <p:nvPicPr>
          <p:cNvPr id="5" name="Picture 4">
            <a:extLst>
              <a:ext uri="{FF2B5EF4-FFF2-40B4-BE49-F238E27FC236}">
                <a16:creationId xmlns:a16="http://schemas.microsoft.com/office/drawing/2014/main" id="{01F9F035-B40D-81B1-758A-DD8ADF65630D}"/>
              </a:ext>
            </a:extLst>
          </p:cNvPr>
          <p:cNvPicPr>
            <a:picLocks noChangeAspect="1"/>
          </p:cNvPicPr>
          <p:nvPr/>
        </p:nvPicPr>
        <p:blipFill>
          <a:blip r:embed="rId22"/>
          <a:stretch>
            <a:fillRect/>
          </a:stretch>
        </p:blipFill>
        <p:spPr>
          <a:xfrm>
            <a:off x="3007626" y="4064146"/>
            <a:ext cx="1840084" cy="323337"/>
          </a:xfrm>
          <a:prstGeom prst="rect">
            <a:avLst/>
          </a:prstGeom>
        </p:spPr>
      </p:pic>
      <p:pic>
        <p:nvPicPr>
          <p:cNvPr id="10" name="Picture 9">
            <a:extLst>
              <a:ext uri="{FF2B5EF4-FFF2-40B4-BE49-F238E27FC236}">
                <a16:creationId xmlns:a16="http://schemas.microsoft.com/office/drawing/2014/main" id="{3520137B-CCD2-E402-4DF8-9A1ACFB1DAD1}"/>
              </a:ext>
            </a:extLst>
          </p:cNvPr>
          <p:cNvPicPr>
            <a:picLocks noChangeAspect="1"/>
          </p:cNvPicPr>
          <p:nvPr/>
        </p:nvPicPr>
        <p:blipFill>
          <a:blip r:embed="rId23"/>
          <a:stretch>
            <a:fillRect/>
          </a:stretch>
        </p:blipFill>
        <p:spPr>
          <a:xfrm>
            <a:off x="6799899" y="4652019"/>
            <a:ext cx="733626" cy="472781"/>
          </a:xfrm>
          <a:prstGeom prst="rect">
            <a:avLst/>
          </a:prstGeom>
        </p:spPr>
      </p:pic>
    </p:spTree>
    <p:extLst>
      <p:ext uri="{BB962C8B-B14F-4D97-AF65-F5344CB8AC3E}">
        <p14:creationId xmlns:p14="http://schemas.microsoft.com/office/powerpoint/2010/main" val="3403541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656CF82-CDA9-764D-2982-60BE7E9803F5}"/>
            </a:ext>
          </a:extLst>
        </p:cNvPr>
        <p:cNvGrpSpPr/>
        <p:nvPr/>
      </p:nvGrpSpPr>
      <p:grpSpPr>
        <a:xfrm>
          <a:off x="0" y="0"/>
          <a:ext cx="0" cy="0"/>
          <a:chOff x="0" y="0"/>
          <a:chExt cx="0" cy="0"/>
        </a:xfrm>
      </p:grpSpPr>
      <p:pic>
        <p:nvPicPr>
          <p:cNvPr id="16" name="Graphic 15">
            <a:extLst>
              <a:ext uri="{FF2B5EF4-FFF2-40B4-BE49-F238E27FC236}">
                <a16:creationId xmlns:a16="http://schemas.microsoft.com/office/drawing/2014/main" id="{204DD346-B6E3-6C4B-3C5B-A21CF4D7A1DD}"/>
              </a:ext>
            </a:extLst>
          </p:cNvPr>
          <p:cNvPicPr>
            <a:picLocks noChangeAspect="1"/>
          </p:cNvPicPr>
          <p:nvPr/>
        </p:nvPicPr>
        <p:blipFill>
          <a:blip r:embed="rId2"/>
          <a:srcRect/>
          <a:stretch/>
        </p:blipFill>
        <p:spPr>
          <a:xfrm>
            <a:off x="3141817" y="4805747"/>
            <a:ext cx="5908363" cy="859631"/>
          </a:xfrm>
          <a:prstGeom prst="rect">
            <a:avLst/>
          </a:prstGeom>
        </p:spPr>
      </p:pic>
      <p:pic>
        <p:nvPicPr>
          <p:cNvPr id="17" name="Graphic 16">
            <a:extLst>
              <a:ext uri="{FF2B5EF4-FFF2-40B4-BE49-F238E27FC236}">
                <a16:creationId xmlns:a16="http://schemas.microsoft.com/office/drawing/2014/main" id="{703A6E16-32EA-5667-E7B2-631E8C508855}"/>
              </a:ext>
            </a:extLst>
          </p:cNvPr>
          <p:cNvPicPr>
            <a:picLocks noChangeAspect="1"/>
          </p:cNvPicPr>
          <p:nvPr/>
        </p:nvPicPr>
        <p:blipFill>
          <a:blip r:embed="rId3"/>
          <a:srcRect/>
          <a:stretch/>
        </p:blipFill>
        <p:spPr>
          <a:xfrm>
            <a:off x="10889178" y="4696332"/>
            <a:ext cx="1327536" cy="2186382"/>
          </a:xfrm>
          <a:prstGeom prst="rect">
            <a:avLst/>
          </a:prstGeom>
        </p:spPr>
      </p:pic>
      <p:pic>
        <p:nvPicPr>
          <p:cNvPr id="3" name="Picture 2" descr="A black background with white dots&#10;&#10;AI-generated content may be incorrect.">
            <a:extLst>
              <a:ext uri="{FF2B5EF4-FFF2-40B4-BE49-F238E27FC236}">
                <a16:creationId xmlns:a16="http://schemas.microsoft.com/office/drawing/2014/main" id="{B0AA8ADF-1436-9445-12D2-BAB9AC5EB062}"/>
              </a:ext>
            </a:extLst>
          </p:cNvPr>
          <p:cNvPicPr>
            <a:picLocks noChangeAspect="1"/>
          </p:cNvPicPr>
          <p:nvPr/>
        </p:nvPicPr>
        <p:blipFill>
          <a:blip r:embed="rId4"/>
          <a:stretch>
            <a:fillRect/>
          </a:stretch>
        </p:blipFill>
        <p:spPr>
          <a:xfrm>
            <a:off x="4479284" y="1349724"/>
            <a:ext cx="3233428" cy="3233428"/>
          </a:xfrm>
          <a:prstGeom prst="rect">
            <a:avLst/>
          </a:prstGeom>
        </p:spPr>
      </p:pic>
    </p:spTree>
    <p:extLst>
      <p:ext uri="{BB962C8B-B14F-4D97-AF65-F5344CB8AC3E}">
        <p14:creationId xmlns:p14="http://schemas.microsoft.com/office/powerpoint/2010/main" val="21349955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Rounded Rectangle 59">
            <a:extLst>
              <a:ext uri="{FF2B5EF4-FFF2-40B4-BE49-F238E27FC236}">
                <a16:creationId xmlns:a16="http://schemas.microsoft.com/office/drawing/2014/main" id="{6A5CC162-AD59-E330-6453-3FF1423A1F94}"/>
              </a:ext>
            </a:extLst>
          </p:cNvPr>
          <p:cNvSpPr/>
          <p:nvPr/>
        </p:nvSpPr>
        <p:spPr>
          <a:xfrm>
            <a:off x="472440" y="4522327"/>
            <a:ext cx="4817803" cy="2061855"/>
          </a:xfrm>
          <a:prstGeom prst="roundRect">
            <a:avLst>
              <a:gd name="adj" fmla="val 2113"/>
            </a:avLst>
          </a:prstGeom>
          <a:gradFill flip="none" rotWithShape="1">
            <a:gsLst>
              <a:gs pos="33000">
                <a:srgbClr val="DDEBF8"/>
              </a:gs>
              <a:gs pos="86000">
                <a:srgbClr val="F2F2F2"/>
              </a:gs>
            </a:gsLst>
            <a:lin ang="5400000" scaled="1"/>
            <a:tileRect/>
          </a:gra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ounded Rectangle 38">
            <a:extLst>
              <a:ext uri="{FF2B5EF4-FFF2-40B4-BE49-F238E27FC236}">
                <a16:creationId xmlns:a16="http://schemas.microsoft.com/office/drawing/2014/main" id="{3A3E6B0F-1B27-8658-F7FA-09A5D55D52C1}"/>
              </a:ext>
            </a:extLst>
          </p:cNvPr>
          <p:cNvSpPr/>
          <p:nvPr/>
        </p:nvSpPr>
        <p:spPr>
          <a:xfrm>
            <a:off x="8116821" y="2500128"/>
            <a:ext cx="3235082" cy="2657979"/>
          </a:xfrm>
          <a:prstGeom prst="roundRect">
            <a:avLst>
              <a:gd name="adj" fmla="val 2397"/>
            </a:avLst>
          </a:prstGeom>
          <a:solidFill>
            <a:srgbClr val="DDEBF8"/>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 Placeholder 2">
            <a:extLst>
              <a:ext uri="{FF2B5EF4-FFF2-40B4-BE49-F238E27FC236}">
                <a16:creationId xmlns:a16="http://schemas.microsoft.com/office/drawing/2014/main" id="{F193C588-E18E-CF01-194D-799F2BE86B6E}"/>
              </a:ext>
            </a:extLst>
          </p:cNvPr>
          <p:cNvSpPr txBox="1">
            <a:spLocks/>
          </p:cNvSpPr>
          <p:nvPr/>
        </p:nvSpPr>
        <p:spPr>
          <a:xfrm>
            <a:off x="8246329" y="3336369"/>
            <a:ext cx="3014571" cy="18217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7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7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7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7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7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60000"/>
              </a:lnSpc>
              <a:spcBef>
                <a:spcPts val="1200"/>
              </a:spcBef>
            </a:pPr>
            <a:r>
              <a:rPr lang="en-US" dirty="0"/>
              <a:t>Annual Marketing Plan</a:t>
            </a:r>
          </a:p>
          <a:p>
            <a:pPr marL="0" indent="0">
              <a:lnSpc>
                <a:spcPct val="60000"/>
              </a:lnSpc>
              <a:spcBef>
                <a:spcPts val="1200"/>
              </a:spcBef>
            </a:pPr>
            <a:r>
              <a:rPr lang="en-US" dirty="0"/>
              <a:t>PR</a:t>
            </a:r>
          </a:p>
          <a:p>
            <a:pPr marL="0" indent="0">
              <a:lnSpc>
                <a:spcPct val="60000"/>
              </a:lnSpc>
              <a:spcBef>
                <a:spcPts val="1200"/>
              </a:spcBef>
            </a:pPr>
            <a:r>
              <a:rPr lang="en-US" dirty="0"/>
              <a:t>Events</a:t>
            </a:r>
          </a:p>
          <a:p>
            <a:pPr marL="0" indent="0">
              <a:lnSpc>
                <a:spcPct val="60000"/>
              </a:lnSpc>
              <a:spcBef>
                <a:spcPts val="1200"/>
              </a:spcBef>
            </a:pPr>
            <a:r>
              <a:rPr lang="en-US" dirty="0"/>
              <a:t>Content/Web</a:t>
            </a:r>
          </a:p>
          <a:p>
            <a:pPr marL="0" indent="0">
              <a:lnSpc>
                <a:spcPct val="60000"/>
              </a:lnSpc>
              <a:spcBef>
                <a:spcPts val="1200"/>
              </a:spcBef>
            </a:pPr>
            <a:r>
              <a:rPr lang="en-US" dirty="0"/>
              <a:t>Branding</a:t>
            </a:r>
          </a:p>
          <a:p>
            <a:pPr marL="0" indent="0">
              <a:lnSpc>
                <a:spcPct val="60000"/>
              </a:lnSpc>
              <a:spcBef>
                <a:spcPts val="1200"/>
              </a:spcBef>
            </a:pPr>
            <a:r>
              <a:rPr lang="en-US" dirty="0"/>
              <a:t>Market Development</a:t>
            </a:r>
          </a:p>
        </p:txBody>
      </p:sp>
      <p:sp>
        <p:nvSpPr>
          <p:cNvPr id="38" name="Rounded Rectangle 37">
            <a:extLst>
              <a:ext uri="{FF2B5EF4-FFF2-40B4-BE49-F238E27FC236}">
                <a16:creationId xmlns:a16="http://schemas.microsoft.com/office/drawing/2014/main" id="{75D13889-7B69-8CC4-8759-EEC83EFC53FC}"/>
              </a:ext>
            </a:extLst>
          </p:cNvPr>
          <p:cNvSpPr/>
          <p:nvPr/>
        </p:nvSpPr>
        <p:spPr>
          <a:xfrm>
            <a:off x="4732330" y="1555787"/>
            <a:ext cx="3235082" cy="2147515"/>
          </a:xfrm>
          <a:prstGeom prst="roundRect">
            <a:avLst>
              <a:gd name="adj" fmla="val 1805"/>
            </a:avLst>
          </a:prstGeom>
          <a:solidFill>
            <a:srgbClr val="DDEBF8"/>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ounded Rectangle 35">
            <a:extLst>
              <a:ext uri="{FF2B5EF4-FFF2-40B4-BE49-F238E27FC236}">
                <a16:creationId xmlns:a16="http://schemas.microsoft.com/office/drawing/2014/main" id="{A30AA26C-08AE-31E0-85AF-18AB848DA1AA}"/>
              </a:ext>
            </a:extLst>
          </p:cNvPr>
          <p:cNvSpPr/>
          <p:nvPr/>
        </p:nvSpPr>
        <p:spPr>
          <a:xfrm>
            <a:off x="1348426" y="2504802"/>
            <a:ext cx="3235082" cy="2147515"/>
          </a:xfrm>
          <a:prstGeom prst="roundRect">
            <a:avLst>
              <a:gd name="adj" fmla="val 2113"/>
            </a:avLst>
          </a:prstGeom>
          <a:solidFill>
            <a:srgbClr val="DDEBF8"/>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ounded Rectangle 33">
            <a:extLst>
              <a:ext uri="{FF2B5EF4-FFF2-40B4-BE49-F238E27FC236}">
                <a16:creationId xmlns:a16="http://schemas.microsoft.com/office/drawing/2014/main" id="{63BF51D8-2331-1605-0FE3-D97B44A0356D}"/>
              </a:ext>
            </a:extLst>
          </p:cNvPr>
          <p:cNvSpPr/>
          <p:nvPr/>
        </p:nvSpPr>
        <p:spPr>
          <a:xfrm>
            <a:off x="8224729" y="2587887"/>
            <a:ext cx="3014571" cy="655039"/>
          </a:xfrm>
          <a:prstGeom prst="roundRect">
            <a:avLst>
              <a:gd name="adj" fmla="val 4890"/>
            </a:avLst>
          </a:prstGeom>
          <a:solidFill>
            <a:srgbClr val="A6CA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ounded Rectangle 32">
            <a:extLst>
              <a:ext uri="{FF2B5EF4-FFF2-40B4-BE49-F238E27FC236}">
                <a16:creationId xmlns:a16="http://schemas.microsoft.com/office/drawing/2014/main" id="{528CF8F0-BECD-853A-C242-2ADABA1374B5}"/>
              </a:ext>
            </a:extLst>
          </p:cNvPr>
          <p:cNvSpPr/>
          <p:nvPr/>
        </p:nvSpPr>
        <p:spPr>
          <a:xfrm>
            <a:off x="4843812" y="1665469"/>
            <a:ext cx="3014571" cy="655039"/>
          </a:xfrm>
          <a:prstGeom prst="roundRect">
            <a:avLst>
              <a:gd name="adj" fmla="val 4890"/>
            </a:avLst>
          </a:prstGeom>
          <a:solidFill>
            <a:srgbClr val="A6CA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ounded Rectangle 31">
            <a:extLst>
              <a:ext uri="{FF2B5EF4-FFF2-40B4-BE49-F238E27FC236}">
                <a16:creationId xmlns:a16="http://schemas.microsoft.com/office/drawing/2014/main" id="{F0E62BF9-B60E-4BE6-111B-58C64184A7FD}"/>
              </a:ext>
            </a:extLst>
          </p:cNvPr>
          <p:cNvSpPr/>
          <p:nvPr/>
        </p:nvSpPr>
        <p:spPr>
          <a:xfrm>
            <a:off x="1438779" y="2603582"/>
            <a:ext cx="3000934" cy="655039"/>
          </a:xfrm>
          <a:prstGeom prst="roundRect">
            <a:avLst>
              <a:gd name="adj" fmla="val 4890"/>
            </a:avLst>
          </a:prstGeom>
          <a:solidFill>
            <a:srgbClr val="A6CA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ounded Rectangle 27">
            <a:extLst>
              <a:ext uri="{FF2B5EF4-FFF2-40B4-BE49-F238E27FC236}">
                <a16:creationId xmlns:a16="http://schemas.microsoft.com/office/drawing/2014/main" id="{E2BC6AB2-1FA3-D47A-8233-88C6AEE1B05F}"/>
              </a:ext>
            </a:extLst>
          </p:cNvPr>
          <p:cNvSpPr/>
          <p:nvPr/>
        </p:nvSpPr>
        <p:spPr>
          <a:xfrm>
            <a:off x="2438385" y="5017960"/>
            <a:ext cx="873903" cy="1515262"/>
          </a:xfrm>
          <a:prstGeom prst="roundRect">
            <a:avLst>
              <a:gd name="adj" fmla="val 4890"/>
            </a:avLst>
          </a:prstGeom>
          <a:solidFill>
            <a:srgbClr val="4F95D9"/>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ounded Rectangle 28">
            <a:extLst>
              <a:ext uri="{FF2B5EF4-FFF2-40B4-BE49-F238E27FC236}">
                <a16:creationId xmlns:a16="http://schemas.microsoft.com/office/drawing/2014/main" id="{BFE25983-4A88-CAB0-366B-8FE5BB576889}"/>
              </a:ext>
            </a:extLst>
          </p:cNvPr>
          <p:cNvSpPr/>
          <p:nvPr/>
        </p:nvSpPr>
        <p:spPr>
          <a:xfrm>
            <a:off x="3362066" y="5017960"/>
            <a:ext cx="873903" cy="1515262"/>
          </a:xfrm>
          <a:prstGeom prst="roundRect">
            <a:avLst>
              <a:gd name="adj" fmla="val 4890"/>
            </a:avLst>
          </a:prstGeom>
          <a:solidFill>
            <a:srgbClr val="4F95D9"/>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ounded Rectangle 29">
            <a:extLst>
              <a:ext uri="{FF2B5EF4-FFF2-40B4-BE49-F238E27FC236}">
                <a16:creationId xmlns:a16="http://schemas.microsoft.com/office/drawing/2014/main" id="{49A404D2-B863-5817-9512-7CBAB1967792}"/>
              </a:ext>
            </a:extLst>
          </p:cNvPr>
          <p:cNvSpPr/>
          <p:nvPr/>
        </p:nvSpPr>
        <p:spPr>
          <a:xfrm>
            <a:off x="4298853" y="5017960"/>
            <a:ext cx="873903" cy="1515262"/>
          </a:xfrm>
          <a:prstGeom prst="roundRect">
            <a:avLst>
              <a:gd name="adj" fmla="val 4890"/>
            </a:avLst>
          </a:prstGeom>
          <a:solidFill>
            <a:srgbClr val="4F95D9"/>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ounded Rectangle 26">
            <a:extLst>
              <a:ext uri="{FF2B5EF4-FFF2-40B4-BE49-F238E27FC236}">
                <a16:creationId xmlns:a16="http://schemas.microsoft.com/office/drawing/2014/main" id="{5E82E432-87DD-D0F0-C5C9-6D1ABF6C9AB1}"/>
              </a:ext>
            </a:extLst>
          </p:cNvPr>
          <p:cNvSpPr/>
          <p:nvPr/>
        </p:nvSpPr>
        <p:spPr>
          <a:xfrm>
            <a:off x="1520027" y="5017960"/>
            <a:ext cx="873903" cy="1515262"/>
          </a:xfrm>
          <a:prstGeom prst="roundRect">
            <a:avLst>
              <a:gd name="adj" fmla="val 4890"/>
            </a:avLst>
          </a:prstGeom>
          <a:solidFill>
            <a:srgbClr val="4F95D9"/>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ounded Rectangle 25">
            <a:extLst>
              <a:ext uri="{FF2B5EF4-FFF2-40B4-BE49-F238E27FC236}">
                <a16:creationId xmlns:a16="http://schemas.microsoft.com/office/drawing/2014/main" id="{553DB4A7-625C-4839-6E0C-D2BE793E3A0A}"/>
              </a:ext>
            </a:extLst>
          </p:cNvPr>
          <p:cNvSpPr/>
          <p:nvPr/>
        </p:nvSpPr>
        <p:spPr>
          <a:xfrm>
            <a:off x="593752" y="5017960"/>
            <a:ext cx="873903" cy="1515262"/>
          </a:xfrm>
          <a:prstGeom prst="roundRect">
            <a:avLst>
              <a:gd name="adj" fmla="val 4890"/>
            </a:avLst>
          </a:prstGeom>
          <a:solidFill>
            <a:srgbClr val="4F95D9"/>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0BA50E-4967-3B79-1142-1B01365AB4C7}"/>
              </a:ext>
            </a:extLst>
          </p:cNvPr>
          <p:cNvSpPr>
            <a:spLocks noGrp="1"/>
          </p:cNvSpPr>
          <p:nvPr>
            <p:ph type="title"/>
          </p:nvPr>
        </p:nvSpPr>
        <p:spPr/>
        <p:txBody>
          <a:bodyPr/>
          <a:lstStyle/>
          <a:p>
            <a:r>
              <a:rPr lang="en-US" dirty="0"/>
              <a:t>Governance Structure</a:t>
            </a:r>
          </a:p>
        </p:txBody>
      </p:sp>
      <p:sp>
        <p:nvSpPr>
          <p:cNvPr id="17" name="TextBox 16">
            <a:extLst>
              <a:ext uri="{FF2B5EF4-FFF2-40B4-BE49-F238E27FC236}">
                <a16:creationId xmlns:a16="http://schemas.microsoft.com/office/drawing/2014/main" id="{DF99F05A-7025-AE18-B289-EFE172675202}"/>
              </a:ext>
            </a:extLst>
          </p:cNvPr>
          <p:cNvSpPr txBox="1"/>
          <p:nvPr/>
        </p:nvSpPr>
        <p:spPr>
          <a:xfrm>
            <a:off x="1425143" y="2612290"/>
            <a:ext cx="3014570" cy="646331"/>
          </a:xfrm>
          <a:prstGeom prst="rect">
            <a:avLst/>
          </a:prstGeom>
          <a:noFill/>
        </p:spPr>
        <p:txBody>
          <a:bodyPr wrap="square">
            <a:spAutoFit/>
          </a:bodyPr>
          <a:lstStyle/>
          <a:p>
            <a:pPr algn="ctr">
              <a:buNone/>
            </a:pPr>
            <a:r>
              <a:rPr lang="en-US" b="1" dirty="0">
                <a:effectLst/>
                <a:latin typeface="Aptos" panose="020B0004020202020204" pitchFamily="34" charset="0"/>
              </a:rPr>
              <a:t>Technical Advisory Council (TAC)</a:t>
            </a:r>
          </a:p>
        </p:txBody>
      </p:sp>
      <p:sp>
        <p:nvSpPr>
          <p:cNvPr id="18" name="TextBox 17">
            <a:extLst>
              <a:ext uri="{FF2B5EF4-FFF2-40B4-BE49-F238E27FC236}">
                <a16:creationId xmlns:a16="http://schemas.microsoft.com/office/drawing/2014/main" id="{5E657FC9-C001-4960-4F85-FBDCE32A33BB}"/>
              </a:ext>
            </a:extLst>
          </p:cNvPr>
          <p:cNvSpPr txBox="1"/>
          <p:nvPr/>
        </p:nvSpPr>
        <p:spPr>
          <a:xfrm>
            <a:off x="5047249" y="1808322"/>
            <a:ext cx="2643748" cy="369332"/>
          </a:xfrm>
          <a:prstGeom prst="rect">
            <a:avLst/>
          </a:prstGeom>
          <a:noFill/>
        </p:spPr>
        <p:txBody>
          <a:bodyPr wrap="square">
            <a:spAutoFit/>
          </a:bodyPr>
          <a:lstStyle/>
          <a:p>
            <a:pPr algn="ctr">
              <a:buNone/>
            </a:pPr>
            <a:r>
              <a:rPr lang="en-US" b="1" dirty="0">
                <a:effectLst/>
                <a:latin typeface="Aptos" panose="020B0004020202020204" pitchFamily="34" charset="0"/>
              </a:rPr>
              <a:t>Governing Board </a:t>
            </a:r>
            <a:r>
              <a:rPr lang="en-US" b="1" dirty="0">
                <a:latin typeface="Aptos" panose="020B0004020202020204" pitchFamily="34" charset="0"/>
              </a:rPr>
              <a:t>(GB)</a:t>
            </a:r>
            <a:endParaRPr lang="en-US" b="1" dirty="0">
              <a:effectLst/>
              <a:latin typeface="Aptos" panose="020B0004020202020204" pitchFamily="34" charset="0"/>
            </a:endParaRPr>
          </a:p>
        </p:txBody>
      </p:sp>
      <p:sp>
        <p:nvSpPr>
          <p:cNvPr id="19" name="TextBox 18">
            <a:extLst>
              <a:ext uri="{FF2B5EF4-FFF2-40B4-BE49-F238E27FC236}">
                <a16:creationId xmlns:a16="http://schemas.microsoft.com/office/drawing/2014/main" id="{83764623-7FDA-CCCE-4E5F-2CC24BC9E32D}"/>
              </a:ext>
            </a:extLst>
          </p:cNvPr>
          <p:cNvSpPr txBox="1"/>
          <p:nvPr/>
        </p:nvSpPr>
        <p:spPr>
          <a:xfrm>
            <a:off x="8203130" y="2730740"/>
            <a:ext cx="3036170" cy="369332"/>
          </a:xfrm>
          <a:prstGeom prst="rect">
            <a:avLst/>
          </a:prstGeom>
          <a:noFill/>
        </p:spPr>
        <p:txBody>
          <a:bodyPr wrap="square">
            <a:spAutoFit/>
          </a:bodyPr>
          <a:lstStyle/>
          <a:p>
            <a:pPr algn="ctr">
              <a:buNone/>
            </a:pPr>
            <a:r>
              <a:rPr lang="en-US" b="1" dirty="0">
                <a:effectLst/>
                <a:latin typeface="Aptos" panose="020B0004020202020204" pitchFamily="34" charset="0"/>
              </a:rPr>
              <a:t>Outreach Committee</a:t>
            </a:r>
            <a:r>
              <a:rPr lang="en-US" b="1" dirty="0">
                <a:latin typeface="Aptos" panose="020B0004020202020204" pitchFamily="34" charset="0"/>
              </a:rPr>
              <a:t> (OC)</a:t>
            </a:r>
            <a:endParaRPr lang="en-US" b="1" dirty="0">
              <a:effectLst/>
              <a:latin typeface="Aptos" panose="020B0004020202020204" pitchFamily="34" charset="0"/>
            </a:endParaRPr>
          </a:p>
        </p:txBody>
      </p:sp>
      <p:sp>
        <p:nvSpPr>
          <p:cNvPr id="21" name="TextBox 20">
            <a:extLst>
              <a:ext uri="{FF2B5EF4-FFF2-40B4-BE49-F238E27FC236}">
                <a16:creationId xmlns:a16="http://schemas.microsoft.com/office/drawing/2014/main" id="{27FC629E-06B7-A5A7-9468-4344996BE248}"/>
              </a:ext>
            </a:extLst>
          </p:cNvPr>
          <p:cNvSpPr txBox="1"/>
          <p:nvPr/>
        </p:nvSpPr>
        <p:spPr>
          <a:xfrm>
            <a:off x="604671" y="5131498"/>
            <a:ext cx="867428" cy="276999"/>
          </a:xfrm>
          <a:prstGeom prst="rect">
            <a:avLst/>
          </a:prstGeom>
          <a:noFill/>
        </p:spPr>
        <p:txBody>
          <a:bodyPr wrap="square">
            <a:spAutoFit/>
          </a:bodyPr>
          <a:lstStyle/>
          <a:p>
            <a:pPr algn="ctr">
              <a:buNone/>
            </a:pPr>
            <a:r>
              <a:rPr lang="en-US" sz="1200" b="1" dirty="0">
                <a:effectLst/>
                <a:latin typeface="Aptos" panose="020B0004020202020204" pitchFamily="34" charset="0"/>
              </a:rPr>
              <a:t>Gardener</a:t>
            </a:r>
          </a:p>
        </p:txBody>
      </p:sp>
      <p:sp>
        <p:nvSpPr>
          <p:cNvPr id="22" name="TextBox 21">
            <a:extLst>
              <a:ext uri="{FF2B5EF4-FFF2-40B4-BE49-F238E27FC236}">
                <a16:creationId xmlns:a16="http://schemas.microsoft.com/office/drawing/2014/main" id="{B0E146EF-621A-CB24-0009-E94949928F40}"/>
              </a:ext>
            </a:extLst>
          </p:cNvPr>
          <p:cNvSpPr txBox="1"/>
          <p:nvPr/>
        </p:nvSpPr>
        <p:spPr>
          <a:xfrm>
            <a:off x="1529010" y="5131498"/>
            <a:ext cx="867428" cy="276999"/>
          </a:xfrm>
          <a:prstGeom prst="rect">
            <a:avLst/>
          </a:prstGeom>
          <a:noFill/>
        </p:spPr>
        <p:txBody>
          <a:bodyPr wrap="square">
            <a:spAutoFit/>
          </a:bodyPr>
          <a:lstStyle/>
          <a:p>
            <a:pPr algn="ctr">
              <a:buNone/>
            </a:pPr>
            <a:r>
              <a:rPr lang="en-US" sz="1200" b="1" dirty="0" err="1">
                <a:effectLst/>
                <a:latin typeface="Aptos" panose="020B0004020202020204" pitchFamily="34" charset="0"/>
              </a:rPr>
              <a:t>IronCore</a:t>
            </a:r>
            <a:endParaRPr lang="en-US" sz="1200" b="1" dirty="0">
              <a:effectLst/>
              <a:latin typeface="Aptos" panose="020B0004020202020204" pitchFamily="34" charset="0"/>
            </a:endParaRPr>
          </a:p>
        </p:txBody>
      </p:sp>
      <p:sp>
        <p:nvSpPr>
          <p:cNvPr id="23" name="TextBox 22">
            <a:extLst>
              <a:ext uri="{FF2B5EF4-FFF2-40B4-BE49-F238E27FC236}">
                <a16:creationId xmlns:a16="http://schemas.microsoft.com/office/drawing/2014/main" id="{5B72314C-333B-2306-29DE-F17E9B254CA4}"/>
              </a:ext>
            </a:extLst>
          </p:cNvPr>
          <p:cNvSpPr txBox="1"/>
          <p:nvPr/>
        </p:nvSpPr>
        <p:spPr>
          <a:xfrm>
            <a:off x="2463289" y="5131498"/>
            <a:ext cx="867428" cy="276999"/>
          </a:xfrm>
          <a:prstGeom prst="rect">
            <a:avLst/>
          </a:prstGeom>
          <a:noFill/>
        </p:spPr>
        <p:txBody>
          <a:bodyPr wrap="square">
            <a:spAutoFit/>
          </a:bodyPr>
          <a:lstStyle/>
          <a:p>
            <a:pPr algn="ctr">
              <a:buNone/>
            </a:pPr>
            <a:r>
              <a:rPr lang="en-US" sz="1200" b="1" dirty="0" err="1">
                <a:effectLst/>
                <a:latin typeface="Aptos" panose="020B0004020202020204" pitchFamily="34" charset="0"/>
              </a:rPr>
              <a:t>Katalis</a:t>
            </a:r>
            <a:endParaRPr lang="en-US" sz="1200" b="1" dirty="0">
              <a:effectLst/>
              <a:latin typeface="Aptos" panose="020B0004020202020204" pitchFamily="34" charset="0"/>
            </a:endParaRPr>
          </a:p>
        </p:txBody>
      </p:sp>
      <p:sp>
        <p:nvSpPr>
          <p:cNvPr id="24" name="TextBox 23">
            <a:extLst>
              <a:ext uri="{FF2B5EF4-FFF2-40B4-BE49-F238E27FC236}">
                <a16:creationId xmlns:a16="http://schemas.microsoft.com/office/drawing/2014/main" id="{179201B1-E9A5-DC14-FA04-3B57F114CE3E}"/>
              </a:ext>
            </a:extLst>
          </p:cNvPr>
          <p:cNvSpPr txBox="1"/>
          <p:nvPr/>
        </p:nvSpPr>
        <p:spPr>
          <a:xfrm>
            <a:off x="3387628" y="5131498"/>
            <a:ext cx="867428" cy="461665"/>
          </a:xfrm>
          <a:prstGeom prst="rect">
            <a:avLst/>
          </a:prstGeom>
          <a:noFill/>
        </p:spPr>
        <p:txBody>
          <a:bodyPr wrap="square">
            <a:spAutoFit/>
          </a:bodyPr>
          <a:lstStyle/>
          <a:p>
            <a:pPr algn="ctr">
              <a:buNone/>
            </a:pPr>
            <a:r>
              <a:rPr lang="en-US" sz="1200" b="1" dirty="0">
                <a:latin typeface="Aptos" panose="020B0004020202020204" pitchFamily="34" charset="0"/>
              </a:rPr>
              <a:t>Platform Mesh</a:t>
            </a:r>
            <a:endParaRPr lang="en-US" sz="1200" b="1" dirty="0">
              <a:effectLst/>
              <a:latin typeface="Aptos" panose="020B0004020202020204" pitchFamily="34" charset="0"/>
            </a:endParaRPr>
          </a:p>
        </p:txBody>
      </p:sp>
      <p:sp>
        <p:nvSpPr>
          <p:cNvPr id="25" name="TextBox 24">
            <a:extLst>
              <a:ext uri="{FF2B5EF4-FFF2-40B4-BE49-F238E27FC236}">
                <a16:creationId xmlns:a16="http://schemas.microsoft.com/office/drawing/2014/main" id="{9EB148D8-BE60-2F25-258D-9CD9A61A68D1}"/>
              </a:ext>
            </a:extLst>
          </p:cNvPr>
          <p:cNvSpPr txBox="1"/>
          <p:nvPr/>
        </p:nvSpPr>
        <p:spPr>
          <a:xfrm>
            <a:off x="4321907" y="5131498"/>
            <a:ext cx="867428" cy="276999"/>
          </a:xfrm>
          <a:prstGeom prst="rect">
            <a:avLst/>
          </a:prstGeom>
          <a:noFill/>
        </p:spPr>
        <p:txBody>
          <a:bodyPr wrap="square">
            <a:spAutoFit/>
          </a:bodyPr>
          <a:lstStyle/>
          <a:p>
            <a:pPr algn="ctr">
              <a:buNone/>
            </a:pPr>
            <a:r>
              <a:rPr lang="en-US" sz="1200" b="1" dirty="0">
                <a:latin typeface="Aptos" panose="020B0004020202020204" pitchFamily="34" charset="0"/>
              </a:rPr>
              <a:t>etc.</a:t>
            </a:r>
            <a:endParaRPr lang="en-US" sz="1200" b="1" dirty="0">
              <a:effectLst/>
              <a:latin typeface="Aptos" panose="020B0004020202020204" pitchFamily="34" charset="0"/>
            </a:endParaRPr>
          </a:p>
        </p:txBody>
      </p:sp>
      <p:sp>
        <p:nvSpPr>
          <p:cNvPr id="31" name="Rounded Rectangle 30">
            <a:extLst>
              <a:ext uri="{FF2B5EF4-FFF2-40B4-BE49-F238E27FC236}">
                <a16:creationId xmlns:a16="http://schemas.microsoft.com/office/drawing/2014/main" id="{63E08841-C400-42E0-F248-CEC99AA6592F}"/>
              </a:ext>
            </a:extLst>
          </p:cNvPr>
          <p:cNvSpPr/>
          <p:nvPr/>
        </p:nvSpPr>
        <p:spPr>
          <a:xfrm>
            <a:off x="514995" y="5973185"/>
            <a:ext cx="4720682" cy="424815"/>
          </a:xfrm>
          <a:prstGeom prst="roundRect">
            <a:avLst>
              <a:gd name="adj" fmla="val 4890"/>
            </a:avLst>
          </a:prstGeom>
          <a:solidFill>
            <a:srgbClr val="163E64"/>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4341108C-38FF-3E29-EC3F-BD5C976338C2}"/>
              </a:ext>
            </a:extLst>
          </p:cNvPr>
          <p:cNvSpPr txBox="1"/>
          <p:nvPr/>
        </p:nvSpPr>
        <p:spPr>
          <a:xfrm>
            <a:off x="1159306" y="6000927"/>
            <a:ext cx="3468273" cy="369332"/>
          </a:xfrm>
          <a:prstGeom prst="rect">
            <a:avLst/>
          </a:prstGeom>
          <a:noFill/>
        </p:spPr>
        <p:txBody>
          <a:bodyPr wrap="square">
            <a:spAutoFit/>
          </a:bodyPr>
          <a:lstStyle/>
          <a:p>
            <a:pPr algn="ctr">
              <a:buNone/>
            </a:pPr>
            <a:r>
              <a:rPr lang="en-US" b="1" dirty="0">
                <a:solidFill>
                  <a:schemeClr val="bg1">
                    <a:lumMod val="95000"/>
                  </a:schemeClr>
                </a:solidFill>
                <a:effectLst/>
                <a:latin typeface="Aptos" panose="020B0004020202020204" pitchFamily="34" charset="0"/>
              </a:rPr>
              <a:t>Developer Communities</a:t>
            </a:r>
          </a:p>
        </p:txBody>
      </p:sp>
      <p:sp>
        <p:nvSpPr>
          <p:cNvPr id="35" name="Text Placeholder 2">
            <a:extLst>
              <a:ext uri="{FF2B5EF4-FFF2-40B4-BE49-F238E27FC236}">
                <a16:creationId xmlns:a16="http://schemas.microsoft.com/office/drawing/2014/main" id="{E9C1DA26-8D47-3AE5-A7EE-30B476B1033F}"/>
              </a:ext>
            </a:extLst>
          </p:cNvPr>
          <p:cNvSpPr>
            <a:spLocks noGrp="1"/>
          </p:cNvSpPr>
          <p:nvPr>
            <p:ph type="body" sz="quarter" idx="13"/>
          </p:nvPr>
        </p:nvSpPr>
        <p:spPr>
          <a:xfrm>
            <a:off x="1425142" y="3356299"/>
            <a:ext cx="3014571" cy="1247589"/>
          </a:xfrm>
        </p:spPr>
        <p:txBody>
          <a:bodyPr>
            <a:normAutofit/>
          </a:bodyPr>
          <a:lstStyle/>
          <a:p>
            <a:pPr marL="0" indent="0">
              <a:lnSpc>
                <a:spcPct val="60000"/>
              </a:lnSpc>
              <a:spcBef>
                <a:spcPts val="1200"/>
              </a:spcBef>
            </a:pPr>
            <a:r>
              <a:rPr lang="en-US" dirty="0"/>
              <a:t>Cross-project collaboration</a:t>
            </a:r>
          </a:p>
          <a:p>
            <a:pPr marL="0" indent="0">
              <a:lnSpc>
                <a:spcPct val="60000"/>
              </a:lnSpc>
              <a:spcBef>
                <a:spcPts val="1200"/>
              </a:spcBef>
            </a:pPr>
            <a:r>
              <a:rPr lang="en-US" dirty="0"/>
              <a:t>Project Lifecycle</a:t>
            </a:r>
          </a:p>
          <a:p>
            <a:pPr marL="0" indent="0">
              <a:lnSpc>
                <a:spcPct val="60000"/>
              </a:lnSpc>
              <a:spcBef>
                <a:spcPts val="1200"/>
              </a:spcBef>
            </a:pPr>
            <a:r>
              <a:rPr lang="en-US" dirty="0"/>
              <a:t>Management</a:t>
            </a:r>
          </a:p>
          <a:p>
            <a:pPr marL="0" indent="0">
              <a:lnSpc>
                <a:spcPct val="60000"/>
              </a:lnSpc>
              <a:spcBef>
                <a:spcPts val="1200"/>
              </a:spcBef>
            </a:pPr>
            <a:r>
              <a:rPr lang="en-US" dirty="0"/>
              <a:t>Developer Voice to GB</a:t>
            </a:r>
          </a:p>
        </p:txBody>
      </p:sp>
      <p:sp>
        <p:nvSpPr>
          <p:cNvPr id="37" name="Text Placeholder 2">
            <a:extLst>
              <a:ext uri="{FF2B5EF4-FFF2-40B4-BE49-F238E27FC236}">
                <a16:creationId xmlns:a16="http://schemas.microsoft.com/office/drawing/2014/main" id="{9074A17E-68B8-CC8C-9840-124F63CBEF77}"/>
              </a:ext>
            </a:extLst>
          </p:cNvPr>
          <p:cNvSpPr txBox="1">
            <a:spLocks/>
          </p:cNvSpPr>
          <p:nvPr/>
        </p:nvSpPr>
        <p:spPr>
          <a:xfrm>
            <a:off x="4861838" y="2392028"/>
            <a:ext cx="3014571" cy="124758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7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7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7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7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7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60000"/>
              </a:lnSpc>
              <a:spcBef>
                <a:spcPts val="1200"/>
              </a:spcBef>
            </a:pPr>
            <a:r>
              <a:rPr lang="en-US" dirty="0"/>
              <a:t>Strategy &amp; Priorities</a:t>
            </a:r>
          </a:p>
          <a:p>
            <a:pPr marL="0" indent="0">
              <a:lnSpc>
                <a:spcPct val="60000"/>
              </a:lnSpc>
              <a:spcBef>
                <a:spcPts val="1200"/>
              </a:spcBef>
            </a:pPr>
            <a:r>
              <a:rPr lang="en-US" dirty="0"/>
              <a:t>Budget</a:t>
            </a:r>
          </a:p>
          <a:p>
            <a:pPr marL="0" indent="0">
              <a:lnSpc>
                <a:spcPct val="60000"/>
              </a:lnSpc>
              <a:spcBef>
                <a:spcPts val="1200"/>
              </a:spcBef>
            </a:pPr>
            <a:r>
              <a:rPr lang="en-US" dirty="0"/>
              <a:t>Marketing Strategy &amp; Events</a:t>
            </a:r>
          </a:p>
          <a:p>
            <a:pPr marL="0" indent="0">
              <a:lnSpc>
                <a:spcPct val="60000"/>
              </a:lnSpc>
              <a:spcBef>
                <a:spcPts val="1200"/>
              </a:spcBef>
            </a:pPr>
            <a:r>
              <a:rPr lang="en-US" dirty="0"/>
              <a:t>Legal &amp; overall governance</a:t>
            </a:r>
          </a:p>
        </p:txBody>
      </p:sp>
      <p:cxnSp>
        <p:nvCxnSpPr>
          <p:cNvPr id="4" name="Straight Arrow Connector 3">
            <a:extLst>
              <a:ext uri="{FF2B5EF4-FFF2-40B4-BE49-F238E27FC236}">
                <a16:creationId xmlns:a16="http://schemas.microsoft.com/office/drawing/2014/main" id="{C9C82A2E-BC1C-509C-CC04-54BFD54BE6BD}"/>
              </a:ext>
            </a:extLst>
          </p:cNvPr>
          <p:cNvCxnSpPr>
            <a:stCxn id="36" idx="0"/>
            <a:endCxn id="33" idx="1"/>
          </p:cNvCxnSpPr>
          <p:nvPr/>
        </p:nvCxnSpPr>
        <p:spPr>
          <a:xfrm flipV="1">
            <a:off x="2965967" y="1992989"/>
            <a:ext cx="1877845" cy="511813"/>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6" name="Straight Arrow Connector 5">
            <a:extLst>
              <a:ext uri="{FF2B5EF4-FFF2-40B4-BE49-F238E27FC236}">
                <a16:creationId xmlns:a16="http://schemas.microsoft.com/office/drawing/2014/main" id="{CBA085DF-93ED-F2E5-BCF7-78F7346066BB}"/>
              </a:ext>
            </a:extLst>
          </p:cNvPr>
          <p:cNvCxnSpPr>
            <a:stCxn id="39" idx="0"/>
            <a:endCxn id="33" idx="3"/>
          </p:cNvCxnSpPr>
          <p:nvPr/>
        </p:nvCxnSpPr>
        <p:spPr>
          <a:xfrm flipH="1" flipV="1">
            <a:off x="7858383" y="1992989"/>
            <a:ext cx="1875979" cy="50713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FEDD7C6A-9628-4C5C-22D0-3EE4DD3B1D38}"/>
              </a:ext>
            </a:extLst>
          </p:cNvPr>
          <p:cNvSpPr txBox="1"/>
          <p:nvPr/>
        </p:nvSpPr>
        <p:spPr>
          <a:xfrm rot="908957">
            <a:off x="7961421" y="2021481"/>
            <a:ext cx="1915786" cy="307777"/>
          </a:xfrm>
          <a:prstGeom prst="rect">
            <a:avLst/>
          </a:prstGeom>
          <a:noFill/>
        </p:spPr>
        <p:txBody>
          <a:bodyPr wrap="square">
            <a:spAutoFit/>
          </a:bodyPr>
          <a:lstStyle/>
          <a:p>
            <a:pPr algn="ctr">
              <a:buNone/>
            </a:pPr>
            <a:r>
              <a:rPr lang="en-US" sz="1400" b="1" dirty="0">
                <a:latin typeface="Aptos" panose="020B0004020202020204" pitchFamily="34" charset="0"/>
              </a:rPr>
              <a:t>reports to &amp; advises</a:t>
            </a:r>
            <a:endParaRPr lang="en-US" sz="1400" b="1" dirty="0">
              <a:effectLst/>
              <a:latin typeface="Aptos" panose="020B0004020202020204" pitchFamily="34" charset="0"/>
            </a:endParaRPr>
          </a:p>
        </p:txBody>
      </p:sp>
      <p:sp>
        <p:nvSpPr>
          <p:cNvPr id="8" name="TextBox 7">
            <a:extLst>
              <a:ext uri="{FF2B5EF4-FFF2-40B4-BE49-F238E27FC236}">
                <a16:creationId xmlns:a16="http://schemas.microsoft.com/office/drawing/2014/main" id="{FB4AB57B-78CD-18EF-4EBD-6ED6B05DE516}"/>
              </a:ext>
            </a:extLst>
          </p:cNvPr>
          <p:cNvSpPr txBox="1"/>
          <p:nvPr/>
        </p:nvSpPr>
        <p:spPr>
          <a:xfrm rot="20696139">
            <a:off x="2853107" y="2000349"/>
            <a:ext cx="1915786" cy="307777"/>
          </a:xfrm>
          <a:prstGeom prst="rect">
            <a:avLst/>
          </a:prstGeom>
          <a:noFill/>
        </p:spPr>
        <p:txBody>
          <a:bodyPr wrap="square">
            <a:spAutoFit/>
          </a:bodyPr>
          <a:lstStyle/>
          <a:p>
            <a:pPr algn="ctr">
              <a:buNone/>
            </a:pPr>
            <a:r>
              <a:rPr lang="en-US" sz="1400" b="1" dirty="0">
                <a:latin typeface="Aptos" panose="020B0004020202020204" pitchFamily="34" charset="0"/>
              </a:rPr>
              <a:t>reports to &amp; advises</a:t>
            </a:r>
            <a:endParaRPr lang="en-US" sz="1400" b="1" dirty="0">
              <a:effectLst/>
              <a:latin typeface="Aptos" panose="020B0004020202020204" pitchFamily="34" charset="0"/>
            </a:endParaRPr>
          </a:p>
        </p:txBody>
      </p:sp>
    </p:spTree>
    <p:extLst>
      <p:ext uri="{BB962C8B-B14F-4D97-AF65-F5344CB8AC3E}">
        <p14:creationId xmlns:p14="http://schemas.microsoft.com/office/powerpoint/2010/main" val="11556529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8517018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793486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15940</TotalTime>
  <Words>330</Words>
  <Application>Microsoft Macintosh PowerPoint</Application>
  <PresentationFormat>Widescreen</PresentationFormat>
  <Paragraphs>74</Paragraphs>
  <Slides>13</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Aptos (Body)</vt:lpstr>
      <vt:lpstr>Aptos Display</vt:lpstr>
      <vt:lpstr>Arial</vt:lpstr>
      <vt:lpstr>Helvetica Neue</vt:lpstr>
      <vt:lpstr>Office Theme</vt:lpstr>
      <vt:lpstr>PowerPoint Presentation</vt:lpstr>
      <vt:lpstr>Antitrust Policy Notice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Governance Structure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Anna Helmke</dc:creator>
  <cp:lastModifiedBy>Anna Helmke</cp:lastModifiedBy>
  <cp:revision>10</cp:revision>
  <dcterms:created xsi:type="dcterms:W3CDTF">2026-03-04T13:51:43Z</dcterms:created>
  <dcterms:modified xsi:type="dcterms:W3CDTF">2026-09-01T10:29:03Z</dcterms:modified>
</cp:coreProperties>
</file>

<file path=docProps/custom.xml><?xml version="1.0" encoding="utf-8"?>
<Properties xmlns="http://schemas.openxmlformats.org/officeDocument/2006/custom-properties"/>
</file>